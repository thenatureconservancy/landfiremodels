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57"/>
  </p:notesMasterIdLst>
  <p:sldIdLst>
    <p:sldId id="256" r:id="rId2"/>
    <p:sldId id="311" r:id="rId3"/>
    <p:sldId id="258" r:id="rId4"/>
    <p:sldId id="259" r:id="rId5"/>
    <p:sldId id="260" r:id="rId6"/>
    <p:sldId id="314" r:id="rId7"/>
    <p:sldId id="315" r:id="rId8"/>
    <p:sldId id="316" r:id="rId9"/>
    <p:sldId id="264" r:id="rId10"/>
    <p:sldId id="317" r:id="rId11"/>
    <p:sldId id="266" r:id="rId12"/>
    <p:sldId id="267" r:id="rId13"/>
    <p:sldId id="268" r:id="rId14"/>
    <p:sldId id="312"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1" r:id="rId37"/>
    <p:sldId id="313"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Lst>
  <p:sldSz cx="9144000" cy="6858000" type="screen4x3"/>
  <p:notesSz cx="7102475" cy="93884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hNsnXT95MWhVruRhX3u+1DzkLEo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A1DADF-9B8F-43D1-B93A-EC99A1FF923D}" v="11" dt="2024-12-19T19:31:13.6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1245"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customschemas.google.com/relationships/presentationmetadata" Target="meta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scilla Nyamai" userId="d8e0452a-ae16-488e-aad4-f7f0f7049767" providerId="ADAL" clId="{8B61FBFE-48B3-4189-802E-FBD169750F7D}"/>
    <pc:docChg chg="custSel modSld">
      <pc:chgData name="Priscilla Nyamai" userId="d8e0452a-ae16-488e-aad4-f7f0f7049767" providerId="ADAL" clId="{8B61FBFE-48B3-4189-802E-FBD169750F7D}" dt="2024-06-29T02:26:08.804" v="43"/>
      <pc:docMkLst>
        <pc:docMk/>
      </pc:docMkLst>
      <pc:sldChg chg="modSp mod">
        <pc:chgData name="Priscilla Nyamai" userId="d8e0452a-ae16-488e-aad4-f7f0f7049767" providerId="ADAL" clId="{8B61FBFE-48B3-4189-802E-FBD169750F7D}" dt="2024-06-29T02:26:05.133" v="42"/>
        <pc:sldMkLst>
          <pc:docMk/>
          <pc:sldMk cId="0" sldId="261"/>
        </pc:sldMkLst>
      </pc:sldChg>
      <pc:sldChg chg="modSp mod">
        <pc:chgData name="Priscilla Nyamai" userId="d8e0452a-ae16-488e-aad4-f7f0f7049767" providerId="ADAL" clId="{8B61FBFE-48B3-4189-802E-FBD169750F7D}" dt="2024-06-29T02:20:35.087" v="16" actId="20577"/>
        <pc:sldMkLst>
          <pc:docMk/>
          <pc:sldMk cId="0" sldId="263"/>
        </pc:sldMkLst>
      </pc:sldChg>
      <pc:sldChg chg="modSp mod">
        <pc:chgData name="Priscilla Nyamai" userId="d8e0452a-ae16-488e-aad4-f7f0f7049767" providerId="ADAL" clId="{8B61FBFE-48B3-4189-802E-FBD169750F7D}" dt="2024-06-29T02:21:16.420" v="17" actId="313"/>
        <pc:sldMkLst>
          <pc:docMk/>
          <pc:sldMk cId="0" sldId="267"/>
        </pc:sldMkLst>
      </pc:sldChg>
      <pc:sldChg chg="modSp mod">
        <pc:chgData name="Priscilla Nyamai" userId="d8e0452a-ae16-488e-aad4-f7f0f7049767" providerId="ADAL" clId="{8B61FBFE-48B3-4189-802E-FBD169750F7D}" dt="2024-06-29T02:22:21.507" v="18" actId="20577"/>
        <pc:sldMkLst>
          <pc:docMk/>
          <pc:sldMk cId="0" sldId="279"/>
        </pc:sldMkLst>
      </pc:sldChg>
      <pc:sldChg chg="modSp">
        <pc:chgData name="Priscilla Nyamai" userId="d8e0452a-ae16-488e-aad4-f7f0f7049767" providerId="ADAL" clId="{8B61FBFE-48B3-4189-802E-FBD169750F7D}" dt="2024-06-29T02:26:08.804" v="43"/>
        <pc:sldMkLst>
          <pc:docMk/>
          <pc:sldMk cId="0" sldId="283"/>
        </pc:sldMkLst>
      </pc:sldChg>
      <pc:sldChg chg="modSp">
        <pc:chgData name="Priscilla Nyamai" userId="d8e0452a-ae16-488e-aad4-f7f0f7049767" providerId="ADAL" clId="{8B61FBFE-48B3-4189-802E-FBD169750F7D}" dt="2024-06-29T02:26:05.133" v="42"/>
        <pc:sldMkLst>
          <pc:docMk/>
          <pc:sldMk cId="0" sldId="298"/>
        </pc:sldMkLst>
      </pc:sldChg>
      <pc:sldChg chg="modSp">
        <pc:chgData name="Priscilla Nyamai" userId="d8e0452a-ae16-488e-aad4-f7f0f7049767" providerId="ADAL" clId="{8B61FBFE-48B3-4189-802E-FBD169750F7D}" dt="2024-06-29T02:26:05.133" v="42"/>
        <pc:sldMkLst>
          <pc:docMk/>
          <pc:sldMk cId="0" sldId="305"/>
        </pc:sldMkLst>
      </pc:sldChg>
      <pc:sldChg chg="modSp mod">
        <pc:chgData name="Priscilla Nyamai" userId="d8e0452a-ae16-488e-aad4-f7f0f7049767" providerId="ADAL" clId="{8B61FBFE-48B3-4189-802E-FBD169750F7D}" dt="2024-06-29T02:24:27.525" v="39" actId="20577"/>
        <pc:sldMkLst>
          <pc:docMk/>
          <pc:sldMk cId="0" sldId="309"/>
        </pc:sldMkLst>
      </pc:sldChg>
      <pc:sldChg chg="delSp mod">
        <pc:chgData name="Priscilla Nyamai" userId="d8e0452a-ae16-488e-aad4-f7f0f7049767" providerId="ADAL" clId="{8B61FBFE-48B3-4189-802E-FBD169750F7D}" dt="2024-06-29T02:14:00.833" v="0" actId="478"/>
        <pc:sldMkLst>
          <pc:docMk/>
          <pc:sldMk cId="1374502055" sldId="311"/>
        </pc:sldMkLst>
      </pc:sldChg>
      <pc:sldChg chg="modSp mod">
        <pc:chgData name="Priscilla Nyamai" userId="d8e0452a-ae16-488e-aad4-f7f0f7049767" providerId="ADAL" clId="{8B61FBFE-48B3-4189-802E-FBD169750F7D}" dt="2024-06-29T02:26:08.804" v="43"/>
        <pc:sldMkLst>
          <pc:docMk/>
          <pc:sldMk cId="1914669002" sldId="312"/>
        </pc:sldMkLst>
      </pc:sldChg>
    </pc:docChg>
  </pc:docChgLst>
  <pc:docChgLst>
    <pc:chgData name="Priscilla Nyamai" userId="d8e0452a-ae16-488e-aad4-f7f0f7049767" providerId="ADAL" clId="{942A1970-6805-4DA5-A7F3-F20A2BD1744F}"/>
    <pc:docChg chg="undo custSel addSld delSld modSld sldOrd">
      <pc:chgData name="Priscilla Nyamai" userId="d8e0452a-ae16-488e-aad4-f7f0f7049767" providerId="ADAL" clId="{942A1970-6805-4DA5-A7F3-F20A2BD1744F}" dt="2024-12-05T18:52:11.144" v="1412" actId="20577"/>
      <pc:docMkLst>
        <pc:docMk/>
      </pc:docMkLst>
      <pc:sldChg chg="modSp del mod ord">
        <pc:chgData name="Priscilla Nyamai" userId="d8e0452a-ae16-488e-aad4-f7f0f7049767" providerId="ADAL" clId="{942A1970-6805-4DA5-A7F3-F20A2BD1744F}" dt="2024-12-05T16:33:53.698" v="5" actId="255"/>
        <pc:sldMkLst>
          <pc:docMk/>
          <pc:sldMk cId="0" sldId="256"/>
        </pc:sldMkLst>
        <pc:spChg chg="mod">
          <ac:chgData name="Priscilla Nyamai" userId="d8e0452a-ae16-488e-aad4-f7f0f7049767" providerId="ADAL" clId="{942A1970-6805-4DA5-A7F3-F20A2BD1744F}" dt="2024-12-05T16:33:53.698" v="5" actId="255"/>
          <ac:spMkLst>
            <pc:docMk/>
            <pc:sldMk cId="0" sldId="256"/>
            <ac:spMk id="89" creationId="{00000000-0000-0000-0000-000000000000}"/>
          </ac:spMkLst>
        </pc:spChg>
      </pc:sldChg>
      <pc:sldChg chg="del">
        <pc:chgData name="Priscilla Nyamai" userId="d8e0452a-ae16-488e-aad4-f7f0f7049767" providerId="ADAL" clId="{942A1970-6805-4DA5-A7F3-F20A2BD1744F}" dt="2024-12-05T16:26:03.352" v="3" actId="2696"/>
        <pc:sldMkLst>
          <pc:docMk/>
          <pc:sldMk cId="0" sldId="257"/>
        </pc:sldMkLst>
      </pc:sldChg>
      <pc:sldChg chg="del">
        <pc:chgData name="Priscilla Nyamai" userId="d8e0452a-ae16-488e-aad4-f7f0f7049767" providerId="ADAL" clId="{942A1970-6805-4DA5-A7F3-F20A2BD1744F}" dt="2024-12-05T16:26:03.352" v="3" actId="2696"/>
        <pc:sldMkLst>
          <pc:docMk/>
          <pc:sldMk cId="0" sldId="258"/>
        </pc:sldMkLst>
      </pc:sldChg>
      <pc:sldChg chg="del">
        <pc:chgData name="Priscilla Nyamai" userId="d8e0452a-ae16-488e-aad4-f7f0f7049767" providerId="ADAL" clId="{942A1970-6805-4DA5-A7F3-F20A2BD1744F}" dt="2024-12-05T16:26:03.352" v="3" actId="2696"/>
        <pc:sldMkLst>
          <pc:docMk/>
          <pc:sldMk cId="0" sldId="259"/>
        </pc:sldMkLst>
      </pc:sldChg>
      <pc:sldChg chg="modSp del mod">
        <pc:chgData name="Priscilla Nyamai" userId="d8e0452a-ae16-488e-aad4-f7f0f7049767" providerId="ADAL" clId="{942A1970-6805-4DA5-A7F3-F20A2BD1744F}" dt="2024-12-05T17:44:32.630" v="29" actId="20577"/>
        <pc:sldMkLst>
          <pc:docMk/>
          <pc:sldMk cId="0" sldId="260"/>
        </pc:sldMkLst>
        <pc:spChg chg="mod">
          <ac:chgData name="Priscilla Nyamai" userId="d8e0452a-ae16-488e-aad4-f7f0f7049767" providerId="ADAL" clId="{942A1970-6805-4DA5-A7F3-F20A2BD1744F}" dt="2024-12-05T17:44:32.630" v="29" actId="20577"/>
          <ac:spMkLst>
            <pc:docMk/>
            <pc:sldMk cId="0" sldId="260"/>
            <ac:spMk id="2" creationId="{46931780-EE9F-1C06-CE1F-F7529C1575F5}"/>
          </ac:spMkLst>
        </pc:spChg>
        <pc:spChg chg="mod">
          <ac:chgData name="Priscilla Nyamai" userId="d8e0452a-ae16-488e-aad4-f7f0f7049767" providerId="ADAL" clId="{942A1970-6805-4DA5-A7F3-F20A2BD1744F}" dt="2024-12-05T17:43:53.472" v="6" actId="20577"/>
          <ac:spMkLst>
            <pc:docMk/>
            <pc:sldMk cId="0" sldId="260"/>
            <ac:spMk id="119" creationId="{00000000-0000-0000-0000-000000000000}"/>
          </ac:spMkLst>
        </pc:spChg>
      </pc:sldChg>
      <pc:sldChg chg="modSp del mod">
        <pc:chgData name="Priscilla Nyamai" userId="d8e0452a-ae16-488e-aad4-f7f0f7049767" providerId="ADAL" clId="{942A1970-6805-4DA5-A7F3-F20A2BD1744F}" dt="2024-12-05T17:49:35.146" v="88"/>
        <pc:sldMkLst>
          <pc:docMk/>
          <pc:sldMk cId="0" sldId="261"/>
        </pc:sldMkLst>
      </pc:sldChg>
      <pc:sldChg chg="del">
        <pc:chgData name="Priscilla Nyamai" userId="d8e0452a-ae16-488e-aad4-f7f0f7049767" providerId="ADAL" clId="{942A1970-6805-4DA5-A7F3-F20A2BD1744F}" dt="2024-12-05T16:26:03.352" v="3" actId="2696"/>
        <pc:sldMkLst>
          <pc:docMk/>
          <pc:sldMk cId="0" sldId="262"/>
        </pc:sldMkLst>
      </pc:sldChg>
      <pc:sldChg chg="modSp del mod">
        <pc:chgData name="Priscilla Nyamai" userId="d8e0452a-ae16-488e-aad4-f7f0f7049767" providerId="ADAL" clId="{942A1970-6805-4DA5-A7F3-F20A2BD1744F}" dt="2024-12-05T17:51:47.473" v="103" actId="14100"/>
        <pc:sldMkLst>
          <pc:docMk/>
          <pc:sldMk cId="0" sldId="263"/>
        </pc:sldMkLst>
      </pc:sldChg>
      <pc:sldChg chg="modSp del mod">
        <pc:chgData name="Priscilla Nyamai" userId="d8e0452a-ae16-488e-aad4-f7f0f7049767" providerId="ADAL" clId="{942A1970-6805-4DA5-A7F3-F20A2BD1744F}" dt="2024-12-05T17:54:05.246" v="151" actId="313"/>
        <pc:sldMkLst>
          <pc:docMk/>
          <pc:sldMk cId="0" sldId="264"/>
        </pc:sldMkLst>
        <pc:spChg chg="mod">
          <ac:chgData name="Priscilla Nyamai" userId="d8e0452a-ae16-488e-aad4-f7f0f7049767" providerId="ADAL" clId="{942A1970-6805-4DA5-A7F3-F20A2BD1744F}" dt="2024-12-05T17:54:05.246" v="151" actId="313"/>
          <ac:spMkLst>
            <pc:docMk/>
            <pc:sldMk cId="0" sldId="264"/>
            <ac:spMk id="151" creationId="{00000000-0000-0000-0000-000000000000}"/>
          </ac:spMkLst>
        </pc:spChg>
      </pc:sldChg>
      <pc:sldChg chg="modSp del mod">
        <pc:chgData name="Priscilla Nyamai" userId="d8e0452a-ae16-488e-aad4-f7f0f7049767" providerId="ADAL" clId="{942A1970-6805-4DA5-A7F3-F20A2BD1744F}" dt="2024-12-05T17:54:55.546" v="187" actId="20577"/>
        <pc:sldMkLst>
          <pc:docMk/>
          <pc:sldMk cId="0" sldId="265"/>
        </pc:sldMkLst>
      </pc:sldChg>
      <pc:sldChg chg="del">
        <pc:chgData name="Priscilla Nyamai" userId="d8e0452a-ae16-488e-aad4-f7f0f7049767" providerId="ADAL" clId="{942A1970-6805-4DA5-A7F3-F20A2BD1744F}" dt="2024-12-05T16:26:03.352" v="3" actId="2696"/>
        <pc:sldMkLst>
          <pc:docMk/>
          <pc:sldMk cId="0" sldId="266"/>
        </pc:sldMkLst>
      </pc:sldChg>
      <pc:sldChg chg="del">
        <pc:chgData name="Priscilla Nyamai" userId="d8e0452a-ae16-488e-aad4-f7f0f7049767" providerId="ADAL" clId="{942A1970-6805-4DA5-A7F3-F20A2BD1744F}" dt="2024-12-05T16:26:03.352" v="3" actId="2696"/>
        <pc:sldMkLst>
          <pc:docMk/>
          <pc:sldMk cId="0" sldId="267"/>
        </pc:sldMkLst>
      </pc:sldChg>
      <pc:sldChg chg="del">
        <pc:chgData name="Priscilla Nyamai" userId="d8e0452a-ae16-488e-aad4-f7f0f7049767" providerId="ADAL" clId="{942A1970-6805-4DA5-A7F3-F20A2BD1744F}" dt="2024-12-05T16:26:03.352" v="3" actId="2696"/>
        <pc:sldMkLst>
          <pc:docMk/>
          <pc:sldMk cId="0" sldId="268"/>
        </pc:sldMkLst>
      </pc:sldChg>
      <pc:sldChg chg="del">
        <pc:chgData name="Priscilla Nyamai" userId="d8e0452a-ae16-488e-aad4-f7f0f7049767" providerId="ADAL" clId="{942A1970-6805-4DA5-A7F3-F20A2BD1744F}" dt="2024-12-05T16:26:03.352" v="3" actId="2696"/>
        <pc:sldMkLst>
          <pc:docMk/>
          <pc:sldMk cId="0" sldId="269"/>
        </pc:sldMkLst>
      </pc:sldChg>
      <pc:sldChg chg="del">
        <pc:chgData name="Priscilla Nyamai" userId="d8e0452a-ae16-488e-aad4-f7f0f7049767" providerId="ADAL" clId="{942A1970-6805-4DA5-A7F3-F20A2BD1744F}" dt="2024-12-05T16:26:03.352" v="3" actId="2696"/>
        <pc:sldMkLst>
          <pc:docMk/>
          <pc:sldMk cId="0" sldId="270"/>
        </pc:sldMkLst>
      </pc:sldChg>
      <pc:sldChg chg="modSp del mod">
        <pc:chgData name="Priscilla Nyamai" userId="d8e0452a-ae16-488e-aad4-f7f0f7049767" providerId="ADAL" clId="{942A1970-6805-4DA5-A7F3-F20A2BD1744F}" dt="2024-12-05T18:01:56.143" v="273" actId="20577"/>
        <pc:sldMkLst>
          <pc:docMk/>
          <pc:sldMk cId="0" sldId="271"/>
        </pc:sldMkLst>
        <pc:spChg chg="mod">
          <ac:chgData name="Priscilla Nyamai" userId="d8e0452a-ae16-488e-aad4-f7f0f7049767" providerId="ADAL" clId="{942A1970-6805-4DA5-A7F3-F20A2BD1744F}" dt="2024-12-05T18:01:56.143" v="273" actId="20577"/>
          <ac:spMkLst>
            <pc:docMk/>
            <pc:sldMk cId="0" sldId="271"/>
            <ac:spMk id="206" creationId="{00000000-0000-0000-0000-000000000000}"/>
          </ac:spMkLst>
        </pc:spChg>
      </pc:sldChg>
      <pc:sldChg chg="modSp del mod">
        <pc:chgData name="Priscilla Nyamai" userId="d8e0452a-ae16-488e-aad4-f7f0f7049767" providerId="ADAL" clId="{942A1970-6805-4DA5-A7F3-F20A2BD1744F}" dt="2024-12-05T18:02:34.200" v="274" actId="114"/>
        <pc:sldMkLst>
          <pc:docMk/>
          <pc:sldMk cId="0" sldId="272"/>
        </pc:sldMkLst>
        <pc:spChg chg="mod">
          <ac:chgData name="Priscilla Nyamai" userId="d8e0452a-ae16-488e-aad4-f7f0f7049767" providerId="ADAL" clId="{942A1970-6805-4DA5-A7F3-F20A2BD1744F}" dt="2024-12-05T18:02:34.200" v="274" actId="114"/>
          <ac:spMkLst>
            <pc:docMk/>
            <pc:sldMk cId="0" sldId="272"/>
            <ac:spMk id="215" creationId="{00000000-0000-0000-0000-000000000000}"/>
          </ac:spMkLst>
        </pc:spChg>
      </pc:sldChg>
      <pc:sldChg chg="modSp del mod">
        <pc:chgData name="Priscilla Nyamai" userId="d8e0452a-ae16-488e-aad4-f7f0f7049767" providerId="ADAL" clId="{942A1970-6805-4DA5-A7F3-F20A2BD1744F}" dt="2024-12-05T18:03:10.177" v="276" actId="207"/>
        <pc:sldMkLst>
          <pc:docMk/>
          <pc:sldMk cId="0" sldId="273"/>
        </pc:sldMkLst>
        <pc:spChg chg="mod">
          <ac:chgData name="Priscilla Nyamai" userId="d8e0452a-ae16-488e-aad4-f7f0f7049767" providerId="ADAL" clId="{942A1970-6805-4DA5-A7F3-F20A2BD1744F}" dt="2024-12-05T18:03:10.177" v="276" actId="207"/>
          <ac:spMkLst>
            <pc:docMk/>
            <pc:sldMk cId="0" sldId="273"/>
            <ac:spMk id="222" creationId="{00000000-0000-0000-0000-000000000000}"/>
          </ac:spMkLst>
        </pc:spChg>
      </pc:sldChg>
      <pc:sldChg chg="del">
        <pc:chgData name="Priscilla Nyamai" userId="d8e0452a-ae16-488e-aad4-f7f0f7049767" providerId="ADAL" clId="{942A1970-6805-4DA5-A7F3-F20A2BD1744F}" dt="2024-12-05T16:26:03.352" v="3" actId="2696"/>
        <pc:sldMkLst>
          <pc:docMk/>
          <pc:sldMk cId="0" sldId="274"/>
        </pc:sldMkLst>
      </pc:sldChg>
      <pc:sldChg chg="modSp del mod">
        <pc:chgData name="Priscilla Nyamai" userId="d8e0452a-ae16-488e-aad4-f7f0f7049767" providerId="ADAL" clId="{942A1970-6805-4DA5-A7F3-F20A2BD1744F}" dt="2024-12-05T18:03:56.275" v="277" actId="20577"/>
        <pc:sldMkLst>
          <pc:docMk/>
          <pc:sldMk cId="0" sldId="275"/>
        </pc:sldMkLst>
        <pc:spChg chg="mod">
          <ac:chgData name="Priscilla Nyamai" userId="d8e0452a-ae16-488e-aad4-f7f0f7049767" providerId="ADAL" clId="{942A1970-6805-4DA5-A7F3-F20A2BD1744F}" dt="2024-12-05T18:03:56.275" v="277" actId="20577"/>
          <ac:spMkLst>
            <pc:docMk/>
            <pc:sldMk cId="0" sldId="275"/>
            <ac:spMk id="240" creationId="{00000000-0000-0000-0000-000000000000}"/>
          </ac:spMkLst>
        </pc:spChg>
      </pc:sldChg>
      <pc:sldChg chg="modSp del mod">
        <pc:chgData name="Priscilla Nyamai" userId="d8e0452a-ae16-488e-aad4-f7f0f7049767" providerId="ADAL" clId="{942A1970-6805-4DA5-A7F3-F20A2BD1744F}" dt="2024-12-05T18:07:35.528" v="326" actId="5793"/>
        <pc:sldMkLst>
          <pc:docMk/>
          <pc:sldMk cId="0" sldId="276"/>
        </pc:sldMkLst>
        <pc:spChg chg="mod">
          <ac:chgData name="Priscilla Nyamai" userId="d8e0452a-ae16-488e-aad4-f7f0f7049767" providerId="ADAL" clId="{942A1970-6805-4DA5-A7F3-F20A2BD1744F}" dt="2024-12-05T18:04:39.302" v="281" actId="20577"/>
          <ac:spMkLst>
            <pc:docMk/>
            <pc:sldMk cId="0" sldId="276"/>
            <ac:spMk id="246" creationId="{00000000-0000-0000-0000-000000000000}"/>
          </ac:spMkLst>
        </pc:spChg>
        <pc:spChg chg="mod">
          <ac:chgData name="Priscilla Nyamai" userId="d8e0452a-ae16-488e-aad4-f7f0f7049767" providerId="ADAL" clId="{942A1970-6805-4DA5-A7F3-F20A2BD1744F}" dt="2024-12-05T18:07:35.528" v="326" actId="5793"/>
          <ac:spMkLst>
            <pc:docMk/>
            <pc:sldMk cId="0" sldId="276"/>
            <ac:spMk id="247" creationId="{00000000-0000-0000-0000-000000000000}"/>
          </ac:spMkLst>
        </pc:spChg>
      </pc:sldChg>
      <pc:sldChg chg="modSp del mod">
        <pc:chgData name="Priscilla Nyamai" userId="d8e0452a-ae16-488e-aad4-f7f0f7049767" providerId="ADAL" clId="{942A1970-6805-4DA5-A7F3-F20A2BD1744F}" dt="2024-12-05T18:08:28.377" v="332" actId="20577"/>
        <pc:sldMkLst>
          <pc:docMk/>
          <pc:sldMk cId="0" sldId="277"/>
        </pc:sldMkLst>
        <pc:spChg chg="mod">
          <ac:chgData name="Priscilla Nyamai" userId="d8e0452a-ae16-488e-aad4-f7f0f7049767" providerId="ADAL" clId="{942A1970-6805-4DA5-A7F3-F20A2BD1744F}" dt="2024-12-05T18:08:02.675" v="327"/>
          <ac:spMkLst>
            <pc:docMk/>
            <pc:sldMk cId="0" sldId="277"/>
            <ac:spMk id="255" creationId="{00000000-0000-0000-0000-000000000000}"/>
          </ac:spMkLst>
        </pc:spChg>
        <pc:spChg chg="mod">
          <ac:chgData name="Priscilla Nyamai" userId="d8e0452a-ae16-488e-aad4-f7f0f7049767" providerId="ADAL" clId="{942A1970-6805-4DA5-A7F3-F20A2BD1744F}" dt="2024-12-05T18:08:28.377" v="332" actId="20577"/>
          <ac:spMkLst>
            <pc:docMk/>
            <pc:sldMk cId="0" sldId="277"/>
            <ac:spMk id="256" creationId="{00000000-0000-0000-0000-000000000000}"/>
          </ac:spMkLst>
        </pc:spChg>
      </pc:sldChg>
      <pc:sldChg chg="modSp del mod">
        <pc:chgData name="Priscilla Nyamai" userId="d8e0452a-ae16-488e-aad4-f7f0f7049767" providerId="ADAL" clId="{942A1970-6805-4DA5-A7F3-F20A2BD1744F}" dt="2024-12-05T18:08:49.444" v="333"/>
        <pc:sldMkLst>
          <pc:docMk/>
          <pc:sldMk cId="0" sldId="278"/>
        </pc:sldMkLst>
        <pc:spChg chg="mod">
          <ac:chgData name="Priscilla Nyamai" userId="d8e0452a-ae16-488e-aad4-f7f0f7049767" providerId="ADAL" clId="{942A1970-6805-4DA5-A7F3-F20A2BD1744F}" dt="2024-12-05T18:08:49.444" v="333"/>
          <ac:spMkLst>
            <pc:docMk/>
            <pc:sldMk cId="0" sldId="278"/>
            <ac:spMk id="262" creationId="{00000000-0000-0000-0000-000000000000}"/>
          </ac:spMkLst>
        </pc:spChg>
      </pc:sldChg>
      <pc:sldChg chg="modSp del mod">
        <pc:chgData name="Priscilla Nyamai" userId="d8e0452a-ae16-488e-aad4-f7f0f7049767" providerId="ADAL" clId="{942A1970-6805-4DA5-A7F3-F20A2BD1744F}" dt="2024-12-05T18:09:35.119" v="334"/>
        <pc:sldMkLst>
          <pc:docMk/>
          <pc:sldMk cId="0" sldId="279"/>
        </pc:sldMkLst>
        <pc:spChg chg="mod">
          <ac:chgData name="Priscilla Nyamai" userId="d8e0452a-ae16-488e-aad4-f7f0f7049767" providerId="ADAL" clId="{942A1970-6805-4DA5-A7F3-F20A2BD1744F}" dt="2024-12-05T18:09:35.119" v="334"/>
          <ac:spMkLst>
            <pc:docMk/>
            <pc:sldMk cId="0" sldId="279"/>
            <ac:spMk id="272" creationId="{00000000-0000-0000-0000-000000000000}"/>
          </ac:spMkLst>
        </pc:spChg>
      </pc:sldChg>
      <pc:sldChg chg="modSp del mod">
        <pc:chgData name="Priscilla Nyamai" userId="d8e0452a-ae16-488e-aad4-f7f0f7049767" providerId="ADAL" clId="{942A1970-6805-4DA5-A7F3-F20A2BD1744F}" dt="2024-12-05T18:11:58.013" v="363" actId="20577"/>
        <pc:sldMkLst>
          <pc:docMk/>
          <pc:sldMk cId="0" sldId="280"/>
        </pc:sldMkLst>
        <pc:spChg chg="mod">
          <ac:chgData name="Priscilla Nyamai" userId="d8e0452a-ae16-488e-aad4-f7f0f7049767" providerId="ADAL" clId="{942A1970-6805-4DA5-A7F3-F20A2BD1744F}" dt="2024-12-05T18:11:58.013" v="363" actId="20577"/>
          <ac:spMkLst>
            <pc:docMk/>
            <pc:sldMk cId="0" sldId="280"/>
            <ac:spMk id="280" creationId="{00000000-0000-0000-0000-000000000000}"/>
          </ac:spMkLst>
        </pc:spChg>
        <pc:spChg chg="mod">
          <ac:chgData name="Priscilla Nyamai" userId="d8e0452a-ae16-488e-aad4-f7f0f7049767" providerId="ADAL" clId="{942A1970-6805-4DA5-A7F3-F20A2BD1744F}" dt="2024-12-05T18:10:08.923" v="335"/>
          <ac:spMkLst>
            <pc:docMk/>
            <pc:sldMk cId="0" sldId="280"/>
            <ac:spMk id="281" creationId="{00000000-0000-0000-0000-000000000000}"/>
          </ac:spMkLst>
        </pc:spChg>
      </pc:sldChg>
      <pc:sldChg chg="modSp del mod">
        <pc:chgData name="Priscilla Nyamai" userId="d8e0452a-ae16-488e-aad4-f7f0f7049767" providerId="ADAL" clId="{942A1970-6805-4DA5-A7F3-F20A2BD1744F}" dt="2024-12-05T18:13:09.183" v="364"/>
        <pc:sldMkLst>
          <pc:docMk/>
          <pc:sldMk cId="0" sldId="281"/>
        </pc:sldMkLst>
        <pc:spChg chg="mod">
          <ac:chgData name="Priscilla Nyamai" userId="d8e0452a-ae16-488e-aad4-f7f0f7049767" providerId="ADAL" clId="{942A1970-6805-4DA5-A7F3-F20A2BD1744F}" dt="2024-12-05T18:13:09.183" v="364"/>
          <ac:spMkLst>
            <pc:docMk/>
            <pc:sldMk cId="0" sldId="281"/>
            <ac:spMk id="287" creationId="{00000000-0000-0000-0000-000000000000}"/>
          </ac:spMkLst>
        </pc:spChg>
      </pc:sldChg>
      <pc:sldChg chg="modSp del mod">
        <pc:chgData name="Priscilla Nyamai" userId="d8e0452a-ae16-488e-aad4-f7f0f7049767" providerId="ADAL" clId="{942A1970-6805-4DA5-A7F3-F20A2BD1744F}" dt="2024-12-05T18:13:16.454" v="365"/>
        <pc:sldMkLst>
          <pc:docMk/>
          <pc:sldMk cId="0" sldId="282"/>
        </pc:sldMkLst>
        <pc:spChg chg="mod">
          <ac:chgData name="Priscilla Nyamai" userId="d8e0452a-ae16-488e-aad4-f7f0f7049767" providerId="ADAL" clId="{942A1970-6805-4DA5-A7F3-F20A2BD1744F}" dt="2024-12-05T18:13:16.454" v="365"/>
          <ac:spMkLst>
            <pc:docMk/>
            <pc:sldMk cId="0" sldId="282"/>
            <ac:spMk id="294" creationId="{00000000-0000-0000-0000-000000000000}"/>
          </ac:spMkLst>
        </pc:spChg>
      </pc:sldChg>
      <pc:sldChg chg="modSp del mod">
        <pc:chgData name="Priscilla Nyamai" userId="d8e0452a-ae16-488e-aad4-f7f0f7049767" providerId="ADAL" clId="{942A1970-6805-4DA5-A7F3-F20A2BD1744F}" dt="2024-12-05T18:14:43.616" v="398" actId="20577"/>
        <pc:sldMkLst>
          <pc:docMk/>
          <pc:sldMk cId="0" sldId="283"/>
        </pc:sldMkLst>
        <pc:spChg chg="mod">
          <ac:chgData name="Priscilla Nyamai" userId="d8e0452a-ae16-488e-aad4-f7f0f7049767" providerId="ADAL" clId="{942A1970-6805-4DA5-A7F3-F20A2BD1744F}" dt="2024-12-05T18:13:32.905" v="368" actId="20577"/>
          <ac:spMkLst>
            <pc:docMk/>
            <pc:sldMk cId="0" sldId="283"/>
            <ac:spMk id="302" creationId="{00000000-0000-0000-0000-000000000000}"/>
          </ac:spMkLst>
        </pc:spChg>
        <pc:spChg chg="mod">
          <ac:chgData name="Priscilla Nyamai" userId="d8e0452a-ae16-488e-aad4-f7f0f7049767" providerId="ADAL" clId="{942A1970-6805-4DA5-A7F3-F20A2BD1744F}" dt="2024-12-05T18:14:43.616" v="398" actId="20577"/>
          <ac:spMkLst>
            <pc:docMk/>
            <pc:sldMk cId="0" sldId="283"/>
            <ac:spMk id="303" creationId="{00000000-0000-0000-0000-000000000000}"/>
          </ac:spMkLst>
        </pc:spChg>
      </pc:sldChg>
      <pc:sldChg chg="modSp del mod">
        <pc:chgData name="Priscilla Nyamai" userId="d8e0452a-ae16-488e-aad4-f7f0f7049767" providerId="ADAL" clId="{942A1970-6805-4DA5-A7F3-F20A2BD1744F}" dt="2024-12-05T18:15:19.610" v="400" actId="20577"/>
        <pc:sldMkLst>
          <pc:docMk/>
          <pc:sldMk cId="0" sldId="284"/>
        </pc:sldMkLst>
        <pc:spChg chg="mod">
          <ac:chgData name="Priscilla Nyamai" userId="d8e0452a-ae16-488e-aad4-f7f0f7049767" providerId="ADAL" clId="{942A1970-6805-4DA5-A7F3-F20A2BD1744F}" dt="2024-12-05T18:15:19.610" v="400" actId="20577"/>
          <ac:spMkLst>
            <pc:docMk/>
            <pc:sldMk cId="0" sldId="284"/>
            <ac:spMk id="310" creationId="{00000000-0000-0000-0000-000000000000}"/>
          </ac:spMkLst>
        </pc:spChg>
      </pc:sldChg>
      <pc:sldChg chg="modSp del mod">
        <pc:chgData name="Priscilla Nyamai" userId="d8e0452a-ae16-488e-aad4-f7f0f7049767" providerId="ADAL" clId="{942A1970-6805-4DA5-A7F3-F20A2BD1744F}" dt="2024-12-05T18:16:27.830" v="401" actId="20577"/>
        <pc:sldMkLst>
          <pc:docMk/>
          <pc:sldMk cId="0" sldId="285"/>
        </pc:sldMkLst>
        <pc:spChg chg="mod">
          <ac:chgData name="Priscilla Nyamai" userId="d8e0452a-ae16-488e-aad4-f7f0f7049767" providerId="ADAL" clId="{942A1970-6805-4DA5-A7F3-F20A2BD1744F}" dt="2024-12-05T18:16:27.830" v="401" actId="20577"/>
          <ac:spMkLst>
            <pc:docMk/>
            <pc:sldMk cId="0" sldId="285"/>
            <ac:spMk id="319" creationId="{00000000-0000-0000-0000-000000000000}"/>
          </ac:spMkLst>
        </pc:spChg>
      </pc:sldChg>
      <pc:sldChg chg="del">
        <pc:chgData name="Priscilla Nyamai" userId="d8e0452a-ae16-488e-aad4-f7f0f7049767" providerId="ADAL" clId="{942A1970-6805-4DA5-A7F3-F20A2BD1744F}" dt="2024-12-05T16:26:03.352" v="3" actId="2696"/>
        <pc:sldMkLst>
          <pc:docMk/>
          <pc:sldMk cId="0" sldId="286"/>
        </pc:sldMkLst>
      </pc:sldChg>
      <pc:sldChg chg="modSp del mod">
        <pc:chgData name="Priscilla Nyamai" userId="d8e0452a-ae16-488e-aad4-f7f0f7049767" providerId="ADAL" clId="{942A1970-6805-4DA5-A7F3-F20A2BD1744F}" dt="2024-12-05T18:18:11.539" v="402" actId="20577"/>
        <pc:sldMkLst>
          <pc:docMk/>
          <pc:sldMk cId="0" sldId="287"/>
        </pc:sldMkLst>
        <pc:spChg chg="mod">
          <ac:chgData name="Priscilla Nyamai" userId="d8e0452a-ae16-488e-aad4-f7f0f7049767" providerId="ADAL" clId="{942A1970-6805-4DA5-A7F3-F20A2BD1744F}" dt="2024-12-05T18:18:11.539" v="402" actId="20577"/>
          <ac:spMkLst>
            <pc:docMk/>
            <pc:sldMk cId="0" sldId="287"/>
            <ac:spMk id="330" creationId="{00000000-0000-0000-0000-000000000000}"/>
          </ac:spMkLst>
        </pc:spChg>
      </pc:sldChg>
      <pc:sldChg chg="modSp del mod">
        <pc:chgData name="Priscilla Nyamai" userId="d8e0452a-ae16-488e-aad4-f7f0f7049767" providerId="ADAL" clId="{942A1970-6805-4DA5-A7F3-F20A2BD1744F}" dt="2024-12-05T18:22:41.160" v="661" actId="20577"/>
        <pc:sldMkLst>
          <pc:docMk/>
          <pc:sldMk cId="0" sldId="288"/>
        </pc:sldMkLst>
        <pc:spChg chg="mod">
          <ac:chgData name="Priscilla Nyamai" userId="d8e0452a-ae16-488e-aad4-f7f0f7049767" providerId="ADAL" clId="{942A1970-6805-4DA5-A7F3-F20A2BD1744F}" dt="2024-12-05T18:22:41.160" v="661" actId="20577"/>
          <ac:spMkLst>
            <pc:docMk/>
            <pc:sldMk cId="0" sldId="288"/>
            <ac:spMk id="336" creationId="{00000000-0000-0000-0000-000000000000}"/>
          </ac:spMkLst>
        </pc:spChg>
      </pc:sldChg>
      <pc:sldChg chg="modSp del mod">
        <pc:chgData name="Priscilla Nyamai" userId="d8e0452a-ae16-488e-aad4-f7f0f7049767" providerId="ADAL" clId="{942A1970-6805-4DA5-A7F3-F20A2BD1744F}" dt="2024-12-05T18:25:04.590" v="779" actId="20577"/>
        <pc:sldMkLst>
          <pc:docMk/>
          <pc:sldMk cId="0" sldId="289"/>
        </pc:sldMkLst>
        <pc:spChg chg="mod">
          <ac:chgData name="Priscilla Nyamai" userId="d8e0452a-ae16-488e-aad4-f7f0f7049767" providerId="ADAL" clId="{942A1970-6805-4DA5-A7F3-F20A2BD1744F}" dt="2024-12-05T18:25:04.590" v="779" actId="20577"/>
          <ac:spMkLst>
            <pc:docMk/>
            <pc:sldMk cId="0" sldId="289"/>
            <ac:spMk id="342" creationId="{00000000-0000-0000-0000-000000000000}"/>
          </ac:spMkLst>
        </pc:spChg>
      </pc:sldChg>
      <pc:sldChg chg="del">
        <pc:chgData name="Priscilla Nyamai" userId="d8e0452a-ae16-488e-aad4-f7f0f7049767" providerId="ADAL" clId="{942A1970-6805-4DA5-A7F3-F20A2BD1744F}" dt="2024-12-05T16:26:03.352" v="3" actId="2696"/>
        <pc:sldMkLst>
          <pc:docMk/>
          <pc:sldMk cId="0" sldId="291"/>
        </pc:sldMkLst>
      </pc:sldChg>
      <pc:sldChg chg="modSp del mod">
        <pc:chgData name="Priscilla Nyamai" userId="d8e0452a-ae16-488e-aad4-f7f0f7049767" providerId="ADAL" clId="{942A1970-6805-4DA5-A7F3-F20A2BD1744F}" dt="2024-12-05T18:26:50.037" v="783" actId="20577"/>
        <pc:sldMkLst>
          <pc:docMk/>
          <pc:sldMk cId="0" sldId="292"/>
        </pc:sldMkLst>
        <pc:spChg chg="mod">
          <ac:chgData name="Priscilla Nyamai" userId="d8e0452a-ae16-488e-aad4-f7f0f7049767" providerId="ADAL" clId="{942A1970-6805-4DA5-A7F3-F20A2BD1744F}" dt="2024-12-05T18:26:50.037" v="783" actId="20577"/>
          <ac:spMkLst>
            <pc:docMk/>
            <pc:sldMk cId="0" sldId="292"/>
            <ac:spMk id="368" creationId="{00000000-0000-0000-0000-000000000000}"/>
          </ac:spMkLst>
        </pc:spChg>
      </pc:sldChg>
      <pc:sldChg chg="modSp del mod">
        <pc:chgData name="Priscilla Nyamai" userId="d8e0452a-ae16-488e-aad4-f7f0f7049767" providerId="ADAL" clId="{942A1970-6805-4DA5-A7F3-F20A2BD1744F}" dt="2024-12-05T18:27:18.876" v="786" actId="6549"/>
        <pc:sldMkLst>
          <pc:docMk/>
          <pc:sldMk cId="0" sldId="293"/>
        </pc:sldMkLst>
        <pc:spChg chg="mod">
          <ac:chgData name="Priscilla Nyamai" userId="d8e0452a-ae16-488e-aad4-f7f0f7049767" providerId="ADAL" clId="{942A1970-6805-4DA5-A7F3-F20A2BD1744F}" dt="2024-12-05T18:27:18.876" v="786" actId="6549"/>
          <ac:spMkLst>
            <pc:docMk/>
            <pc:sldMk cId="0" sldId="293"/>
            <ac:spMk id="375" creationId="{00000000-0000-0000-0000-000000000000}"/>
          </ac:spMkLst>
        </pc:spChg>
      </pc:sldChg>
      <pc:sldChg chg="modSp del mod">
        <pc:chgData name="Priscilla Nyamai" userId="d8e0452a-ae16-488e-aad4-f7f0f7049767" providerId="ADAL" clId="{942A1970-6805-4DA5-A7F3-F20A2BD1744F}" dt="2024-12-05T18:28:46" v="791" actId="20577"/>
        <pc:sldMkLst>
          <pc:docMk/>
          <pc:sldMk cId="0" sldId="294"/>
        </pc:sldMkLst>
        <pc:spChg chg="mod">
          <ac:chgData name="Priscilla Nyamai" userId="d8e0452a-ae16-488e-aad4-f7f0f7049767" providerId="ADAL" clId="{942A1970-6805-4DA5-A7F3-F20A2BD1744F}" dt="2024-12-05T18:27:37.463" v="787" actId="20577"/>
          <ac:spMkLst>
            <pc:docMk/>
            <pc:sldMk cId="0" sldId="294"/>
            <ac:spMk id="381" creationId="{00000000-0000-0000-0000-000000000000}"/>
          </ac:spMkLst>
        </pc:spChg>
        <pc:spChg chg="mod">
          <ac:chgData name="Priscilla Nyamai" userId="d8e0452a-ae16-488e-aad4-f7f0f7049767" providerId="ADAL" clId="{942A1970-6805-4DA5-A7F3-F20A2BD1744F}" dt="2024-12-05T18:28:46" v="791" actId="20577"/>
          <ac:spMkLst>
            <pc:docMk/>
            <pc:sldMk cId="0" sldId="294"/>
            <ac:spMk id="382" creationId="{00000000-0000-0000-0000-000000000000}"/>
          </ac:spMkLst>
        </pc:spChg>
      </pc:sldChg>
      <pc:sldChg chg="del">
        <pc:chgData name="Priscilla Nyamai" userId="d8e0452a-ae16-488e-aad4-f7f0f7049767" providerId="ADAL" clId="{942A1970-6805-4DA5-A7F3-F20A2BD1744F}" dt="2024-12-05T16:26:03.352" v="3" actId="2696"/>
        <pc:sldMkLst>
          <pc:docMk/>
          <pc:sldMk cId="0" sldId="295"/>
        </pc:sldMkLst>
      </pc:sldChg>
      <pc:sldChg chg="modSp del mod">
        <pc:chgData name="Priscilla Nyamai" userId="d8e0452a-ae16-488e-aad4-f7f0f7049767" providerId="ADAL" clId="{942A1970-6805-4DA5-A7F3-F20A2BD1744F}" dt="2024-12-05T18:29:22.942" v="792" actId="20577"/>
        <pc:sldMkLst>
          <pc:docMk/>
          <pc:sldMk cId="0" sldId="296"/>
        </pc:sldMkLst>
        <pc:spChg chg="mod">
          <ac:chgData name="Priscilla Nyamai" userId="d8e0452a-ae16-488e-aad4-f7f0f7049767" providerId="ADAL" clId="{942A1970-6805-4DA5-A7F3-F20A2BD1744F}" dt="2024-12-05T18:29:22.942" v="792" actId="20577"/>
          <ac:spMkLst>
            <pc:docMk/>
            <pc:sldMk cId="0" sldId="296"/>
            <ac:spMk id="397" creationId="{00000000-0000-0000-0000-000000000000}"/>
          </ac:spMkLst>
        </pc:spChg>
      </pc:sldChg>
      <pc:sldChg chg="modSp del mod">
        <pc:chgData name="Priscilla Nyamai" userId="d8e0452a-ae16-488e-aad4-f7f0f7049767" providerId="ADAL" clId="{942A1970-6805-4DA5-A7F3-F20A2BD1744F}" dt="2024-12-05T18:31:21.888" v="900" actId="20577"/>
        <pc:sldMkLst>
          <pc:docMk/>
          <pc:sldMk cId="0" sldId="297"/>
        </pc:sldMkLst>
        <pc:spChg chg="mod">
          <ac:chgData name="Priscilla Nyamai" userId="d8e0452a-ae16-488e-aad4-f7f0f7049767" providerId="ADAL" clId="{942A1970-6805-4DA5-A7F3-F20A2BD1744F}" dt="2024-12-05T18:31:21.888" v="900" actId="20577"/>
          <ac:spMkLst>
            <pc:docMk/>
            <pc:sldMk cId="0" sldId="297"/>
            <ac:spMk id="411" creationId="{00000000-0000-0000-0000-000000000000}"/>
          </ac:spMkLst>
        </pc:spChg>
      </pc:sldChg>
      <pc:sldChg chg="modSp del mod">
        <pc:chgData name="Priscilla Nyamai" userId="d8e0452a-ae16-488e-aad4-f7f0f7049767" providerId="ADAL" clId="{942A1970-6805-4DA5-A7F3-F20A2BD1744F}" dt="2024-12-05T18:34:24.053" v="935" actId="33524"/>
        <pc:sldMkLst>
          <pc:docMk/>
          <pc:sldMk cId="0" sldId="298"/>
        </pc:sldMkLst>
        <pc:spChg chg="mod">
          <ac:chgData name="Priscilla Nyamai" userId="d8e0452a-ae16-488e-aad4-f7f0f7049767" providerId="ADAL" clId="{942A1970-6805-4DA5-A7F3-F20A2BD1744F}" dt="2024-12-05T18:34:24.053" v="935" actId="33524"/>
          <ac:spMkLst>
            <pc:docMk/>
            <pc:sldMk cId="0" sldId="298"/>
            <ac:spMk id="418" creationId="{00000000-0000-0000-0000-000000000000}"/>
          </ac:spMkLst>
        </pc:spChg>
      </pc:sldChg>
      <pc:sldChg chg="del">
        <pc:chgData name="Priscilla Nyamai" userId="d8e0452a-ae16-488e-aad4-f7f0f7049767" providerId="ADAL" clId="{942A1970-6805-4DA5-A7F3-F20A2BD1744F}" dt="2024-12-05T16:26:03.352" v="3" actId="2696"/>
        <pc:sldMkLst>
          <pc:docMk/>
          <pc:sldMk cId="0" sldId="299"/>
        </pc:sldMkLst>
      </pc:sldChg>
      <pc:sldChg chg="modSp del mod">
        <pc:chgData name="Priscilla Nyamai" userId="d8e0452a-ae16-488e-aad4-f7f0f7049767" providerId="ADAL" clId="{942A1970-6805-4DA5-A7F3-F20A2BD1744F}" dt="2024-12-05T18:36:39.449" v="940" actId="20577"/>
        <pc:sldMkLst>
          <pc:docMk/>
          <pc:sldMk cId="0" sldId="300"/>
        </pc:sldMkLst>
        <pc:spChg chg="mod">
          <ac:chgData name="Priscilla Nyamai" userId="d8e0452a-ae16-488e-aad4-f7f0f7049767" providerId="ADAL" clId="{942A1970-6805-4DA5-A7F3-F20A2BD1744F}" dt="2024-12-05T18:36:39.449" v="940" actId="20577"/>
          <ac:spMkLst>
            <pc:docMk/>
            <pc:sldMk cId="0" sldId="300"/>
            <ac:spMk id="434" creationId="{00000000-0000-0000-0000-000000000000}"/>
          </ac:spMkLst>
        </pc:spChg>
      </pc:sldChg>
      <pc:sldChg chg="modSp del mod">
        <pc:chgData name="Priscilla Nyamai" userId="d8e0452a-ae16-488e-aad4-f7f0f7049767" providerId="ADAL" clId="{942A1970-6805-4DA5-A7F3-F20A2BD1744F}" dt="2024-12-05T18:36:26.488" v="936" actId="20577"/>
        <pc:sldMkLst>
          <pc:docMk/>
          <pc:sldMk cId="0" sldId="301"/>
        </pc:sldMkLst>
        <pc:spChg chg="mod">
          <ac:chgData name="Priscilla Nyamai" userId="d8e0452a-ae16-488e-aad4-f7f0f7049767" providerId="ADAL" clId="{942A1970-6805-4DA5-A7F3-F20A2BD1744F}" dt="2024-12-05T18:36:26.488" v="936" actId="20577"/>
          <ac:spMkLst>
            <pc:docMk/>
            <pc:sldMk cId="0" sldId="301"/>
            <ac:spMk id="448" creationId="{00000000-0000-0000-0000-000000000000}"/>
          </ac:spMkLst>
        </pc:spChg>
      </pc:sldChg>
      <pc:sldChg chg="modSp del mod">
        <pc:chgData name="Priscilla Nyamai" userId="d8e0452a-ae16-488e-aad4-f7f0f7049767" providerId="ADAL" clId="{942A1970-6805-4DA5-A7F3-F20A2BD1744F}" dt="2024-12-05T18:37:27.181" v="941" actId="207"/>
        <pc:sldMkLst>
          <pc:docMk/>
          <pc:sldMk cId="0" sldId="302"/>
        </pc:sldMkLst>
        <pc:spChg chg="mod">
          <ac:chgData name="Priscilla Nyamai" userId="d8e0452a-ae16-488e-aad4-f7f0f7049767" providerId="ADAL" clId="{942A1970-6805-4DA5-A7F3-F20A2BD1744F}" dt="2024-12-05T18:37:27.181" v="941" actId="207"/>
          <ac:spMkLst>
            <pc:docMk/>
            <pc:sldMk cId="0" sldId="302"/>
            <ac:spMk id="456" creationId="{00000000-0000-0000-0000-000000000000}"/>
          </ac:spMkLst>
        </pc:spChg>
      </pc:sldChg>
      <pc:sldChg chg="modSp del mod">
        <pc:chgData name="Priscilla Nyamai" userId="d8e0452a-ae16-488e-aad4-f7f0f7049767" providerId="ADAL" clId="{942A1970-6805-4DA5-A7F3-F20A2BD1744F}" dt="2024-12-05T18:40:44.889" v="1266" actId="20577"/>
        <pc:sldMkLst>
          <pc:docMk/>
          <pc:sldMk cId="0" sldId="303"/>
        </pc:sldMkLst>
        <pc:spChg chg="mod">
          <ac:chgData name="Priscilla Nyamai" userId="d8e0452a-ae16-488e-aad4-f7f0f7049767" providerId="ADAL" clId="{942A1970-6805-4DA5-A7F3-F20A2BD1744F}" dt="2024-12-05T18:40:44.889" v="1266" actId="20577"/>
          <ac:spMkLst>
            <pc:docMk/>
            <pc:sldMk cId="0" sldId="303"/>
            <ac:spMk id="464" creationId="{00000000-0000-0000-0000-000000000000}"/>
          </ac:spMkLst>
        </pc:spChg>
      </pc:sldChg>
      <pc:sldChg chg="del">
        <pc:chgData name="Priscilla Nyamai" userId="d8e0452a-ae16-488e-aad4-f7f0f7049767" providerId="ADAL" clId="{942A1970-6805-4DA5-A7F3-F20A2BD1744F}" dt="2024-12-05T16:26:03.352" v="3" actId="2696"/>
        <pc:sldMkLst>
          <pc:docMk/>
          <pc:sldMk cId="0" sldId="304"/>
        </pc:sldMkLst>
      </pc:sldChg>
      <pc:sldChg chg="modSp del mod">
        <pc:chgData name="Priscilla Nyamai" userId="d8e0452a-ae16-488e-aad4-f7f0f7049767" providerId="ADAL" clId="{942A1970-6805-4DA5-A7F3-F20A2BD1744F}" dt="2024-12-05T18:44:23.387" v="1285" actId="20577"/>
        <pc:sldMkLst>
          <pc:docMk/>
          <pc:sldMk cId="0" sldId="305"/>
        </pc:sldMkLst>
        <pc:spChg chg="mod">
          <ac:chgData name="Priscilla Nyamai" userId="d8e0452a-ae16-488e-aad4-f7f0f7049767" providerId="ADAL" clId="{942A1970-6805-4DA5-A7F3-F20A2BD1744F}" dt="2024-12-05T18:44:23.387" v="1285" actId="20577"/>
          <ac:spMkLst>
            <pc:docMk/>
            <pc:sldMk cId="0" sldId="305"/>
            <ac:spMk id="477" creationId="{00000000-0000-0000-0000-000000000000}"/>
          </ac:spMkLst>
        </pc:spChg>
      </pc:sldChg>
      <pc:sldChg chg="modSp del mod">
        <pc:chgData name="Priscilla Nyamai" userId="d8e0452a-ae16-488e-aad4-f7f0f7049767" providerId="ADAL" clId="{942A1970-6805-4DA5-A7F3-F20A2BD1744F}" dt="2024-12-05T18:45:33.398" v="1286" actId="20577"/>
        <pc:sldMkLst>
          <pc:docMk/>
          <pc:sldMk cId="0" sldId="306"/>
        </pc:sldMkLst>
        <pc:spChg chg="mod">
          <ac:chgData name="Priscilla Nyamai" userId="d8e0452a-ae16-488e-aad4-f7f0f7049767" providerId="ADAL" clId="{942A1970-6805-4DA5-A7F3-F20A2BD1744F}" dt="2024-12-05T18:45:33.398" v="1286" actId="20577"/>
          <ac:spMkLst>
            <pc:docMk/>
            <pc:sldMk cId="0" sldId="306"/>
            <ac:spMk id="482" creationId="{00000000-0000-0000-0000-000000000000}"/>
          </ac:spMkLst>
        </pc:spChg>
      </pc:sldChg>
      <pc:sldChg chg="addSp delSp modSp del mod">
        <pc:chgData name="Priscilla Nyamai" userId="d8e0452a-ae16-488e-aad4-f7f0f7049767" providerId="ADAL" clId="{942A1970-6805-4DA5-A7F3-F20A2BD1744F}" dt="2024-12-05T18:49:14.867" v="1340" actId="20577"/>
        <pc:sldMkLst>
          <pc:docMk/>
          <pc:sldMk cId="0" sldId="307"/>
        </pc:sldMkLst>
        <pc:spChg chg="mod">
          <ac:chgData name="Priscilla Nyamai" userId="d8e0452a-ae16-488e-aad4-f7f0f7049767" providerId="ADAL" clId="{942A1970-6805-4DA5-A7F3-F20A2BD1744F}" dt="2024-12-05T18:47:30.937" v="1297" actId="1076"/>
          <ac:spMkLst>
            <pc:docMk/>
            <pc:sldMk cId="0" sldId="307"/>
            <ac:spMk id="3" creationId="{F5D6C76A-47F8-12E8-17FF-5ED8B71A6243}"/>
          </ac:spMkLst>
        </pc:spChg>
        <pc:spChg chg="add mod">
          <ac:chgData name="Priscilla Nyamai" userId="d8e0452a-ae16-488e-aad4-f7f0f7049767" providerId="ADAL" clId="{942A1970-6805-4DA5-A7F3-F20A2BD1744F}" dt="2024-12-05T18:49:14.867" v="1340" actId="20577"/>
          <ac:spMkLst>
            <pc:docMk/>
            <pc:sldMk cId="0" sldId="307"/>
            <ac:spMk id="5" creationId="{B7641DB4-DBEF-7B2C-7CFC-27B47B29D827}"/>
          </ac:spMkLst>
        </pc:spChg>
        <pc:picChg chg="mod">
          <ac:chgData name="Priscilla Nyamai" userId="d8e0452a-ae16-488e-aad4-f7f0f7049767" providerId="ADAL" clId="{942A1970-6805-4DA5-A7F3-F20A2BD1744F}" dt="2024-12-05T18:48:07.533" v="1298" actId="1076"/>
          <ac:picMkLst>
            <pc:docMk/>
            <pc:sldMk cId="0" sldId="307"/>
            <ac:picMk id="4" creationId="{AF43F62D-39E2-804E-3863-D2967CD9E321}"/>
          </ac:picMkLst>
        </pc:picChg>
      </pc:sldChg>
      <pc:sldChg chg="del">
        <pc:chgData name="Priscilla Nyamai" userId="d8e0452a-ae16-488e-aad4-f7f0f7049767" providerId="ADAL" clId="{942A1970-6805-4DA5-A7F3-F20A2BD1744F}" dt="2024-12-05T16:26:03.352" v="3" actId="2696"/>
        <pc:sldMkLst>
          <pc:docMk/>
          <pc:sldMk cId="0" sldId="308"/>
        </pc:sldMkLst>
      </pc:sldChg>
      <pc:sldChg chg="modSp del mod">
        <pc:chgData name="Priscilla Nyamai" userId="d8e0452a-ae16-488e-aad4-f7f0f7049767" providerId="ADAL" clId="{942A1970-6805-4DA5-A7F3-F20A2BD1744F}" dt="2024-12-05T18:52:11.144" v="1412" actId="20577"/>
        <pc:sldMkLst>
          <pc:docMk/>
          <pc:sldMk cId="0" sldId="309"/>
        </pc:sldMkLst>
        <pc:spChg chg="mod">
          <ac:chgData name="Priscilla Nyamai" userId="d8e0452a-ae16-488e-aad4-f7f0f7049767" providerId="ADAL" clId="{942A1970-6805-4DA5-A7F3-F20A2BD1744F}" dt="2024-12-05T18:52:11.144" v="1412" actId="20577"/>
          <ac:spMkLst>
            <pc:docMk/>
            <pc:sldMk cId="0" sldId="309"/>
            <ac:spMk id="2" creationId="{A97EF366-CFDA-21DB-9E7E-7B147728F7DD}"/>
          </ac:spMkLst>
        </pc:spChg>
        <pc:spChg chg="mod">
          <ac:chgData name="Priscilla Nyamai" userId="d8e0452a-ae16-488e-aad4-f7f0f7049767" providerId="ADAL" clId="{942A1970-6805-4DA5-A7F3-F20A2BD1744F}" dt="2024-12-05T18:51:21.593" v="1366" actId="20577"/>
          <ac:spMkLst>
            <pc:docMk/>
            <pc:sldMk cId="0" sldId="309"/>
            <ac:spMk id="499" creationId="{00000000-0000-0000-0000-000000000000}"/>
          </ac:spMkLst>
        </pc:spChg>
      </pc:sldChg>
      <pc:sldChg chg="del">
        <pc:chgData name="Priscilla Nyamai" userId="d8e0452a-ae16-488e-aad4-f7f0f7049767" providerId="ADAL" clId="{942A1970-6805-4DA5-A7F3-F20A2BD1744F}" dt="2024-12-05T16:26:03.352" v="3" actId="2696"/>
        <pc:sldMkLst>
          <pc:docMk/>
          <pc:sldMk cId="1374502055" sldId="311"/>
        </pc:sldMkLst>
      </pc:sldChg>
      <pc:sldChg chg="del">
        <pc:chgData name="Priscilla Nyamai" userId="d8e0452a-ae16-488e-aad4-f7f0f7049767" providerId="ADAL" clId="{942A1970-6805-4DA5-A7F3-F20A2BD1744F}" dt="2024-12-05T16:26:03.352" v="3" actId="2696"/>
        <pc:sldMkLst>
          <pc:docMk/>
          <pc:sldMk cId="1914669002" sldId="312"/>
        </pc:sldMkLst>
      </pc:sldChg>
      <pc:sldChg chg="modSp del mod">
        <pc:chgData name="Priscilla Nyamai" userId="d8e0452a-ae16-488e-aad4-f7f0f7049767" providerId="ADAL" clId="{942A1970-6805-4DA5-A7F3-F20A2BD1744F}" dt="2024-12-05T18:26:17.325" v="782" actId="20577"/>
        <pc:sldMkLst>
          <pc:docMk/>
          <pc:sldMk cId="896670042" sldId="313"/>
        </pc:sldMkLst>
        <pc:spChg chg="mod">
          <ac:chgData name="Priscilla Nyamai" userId="d8e0452a-ae16-488e-aad4-f7f0f7049767" providerId="ADAL" clId="{942A1970-6805-4DA5-A7F3-F20A2BD1744F}" dt="2024-12-05T18:26:17.325" v="782" actId="20577"/>
          <ac:spMkLst>
            <pc:docMk/>
            <pc:sldMk cId="896670042" sldId="313"/>
            <ac:spMk id="358" creationId="{00000000-0000-0000-0000-000000000000}"/>
          </ac:spMkLst>
        </pc:spChg>
      </pc:sldChg>
      <pc:sldChg chg="new">
        <pc:chgData name="Priscilla Nyamai" userId="d8e0452a-ae16-488e-aad4-f7f0f7049767" providerId="ADAL" clId="{942A1970-6805-4DA5-A7F3-F20A2BD1744F}" dt="2024-12-05T16:25:49.233" v="0" actId="680"/>
        <pc:sldMkLst>
          <pc:docMk/>
          <pc:sldMk cId="3088450302" sldId="314"/>
        </pc:sldMkLst>
      </pc:sldChg>
      <pc:sldMasterChg chg="delSldLayout">
        <pc:chgData name="Priscilla Nyamai" userId="d8e0452a-ae16-488e-aad4-f7f0f7049767" providerId="ADAL" clId="{942A1970-6805-4DA5-A7F3-F20A2BD1744F}" dt="2024-12-05T16:26:03.352" v="3" actId="2696"/>
        <pc:sldMasterMkLst>
          <pc:docMk/>
          <pc:sldMasterMk cId="0" sldId="2147483648"/>
        </pc:sldMasterMkLst>
        <pc:sldLayoutChg chg="del">
          <pc:chgData name="Priscilla Nyamai" userId="d8e0452a-ae16-488e-aad4-f7f0f7049767" providerId="ADAL" clId="{942A1970-6805-4DA5-A7F3-F20A2BD1744F}" dt="2024-12-05T16:26:03.352" v="3" actId="2696"/>
          <pc:sldLayoutMkLst>
            <pc:docMk/>
            <pc:sldMasterMk cId="0" sldId="2147483648"/>
            <pc:sldLayoutMk cId="0" sldId="2147483649"/>
          </pc:sldLayoutMkLst>
        </pc:sldLayoutChg>
      </pc:sldMasterChg>
    </pc:docChg>
  </pc:docChgLst>
  <pc:docChgLst>
    <pc:chgData name="Priscilla Nyamai" userId="d8e0452a-ae16-488e-aad4-f7f0f7049767" providerId="ADAL" clId="{A1A1DADF-9B8F-43D1-B93A-EC99A1FF923D}"/>
    <pc:docChg chg="undo custSel addSld delSld modSld delMainMaster">
      <pc:chgData name="Priscilla Nyamai" userId="d8e0452a-ae16-488e-aad4-f7f0f7049767" providerId="ADAL" clId="{A1A1DADF-9B8F-43D1-B93A-EC99A1FF923D}" dt="2024-12-19T20:17:55.032" v="3141" actId="1076"/>
      <pc:docMkLst>
        <pc:docMk/>
      </pc:docMkLst>
      <pc:sldChg chg="modSp mod">
        <pc:chgData name="Priscilla Nyamai" userId="d8e0452a-ae16-488e-aad4-f7f0f7049767" providerId="ADAL" clId="{A1A1DADF-9B8F-43D1-B93A-EC99A1FF923D}" dt="2024-12-17T16:04:05.379" v="372" actId="6549"/>
        <pc:sldMkLst>
          <pc:docMk/>
          <pc:sldMk cId="0" sldId="256"/>
        </pc:sldMkLst>
        <pc:spChg chg="mod">
          <ac:chgData name="Priscilla Nyamai" userId="d8e0452a-ae16-488e-aad4-f7f0f7049767" providerId="ADAL" clId="{A1A1DADF-9B8F-43D1-B93A-EC99A1FF923D}" dt="2024-12-17T16:04:05.379" v="372" actId="6549"/>
          <ac:spMkLst>
            <pc:docMk/>
            <pc:sldMk cId="0" sldId="256"/>
            <ac:spMk id="89" creationId="{00000000-0000-0000-0000-000000000000}"/>
          </ac:spMkLst>
        </pc:spChg>
      </pc:sldChg>
      <pc:sldChg chg="addSp modSp mod">
        <pc:chgData name="Priscilla Nyamai" userId="d8e0452a-ae16-488e-aad4-f7f0f7049767" providerId="ADAL" clId="{A1A1DADF-9B8F-43D1-B93A-EC99A1FF923D}" dt="2024-12-19T18:27:41.367" v="775" actId="1076"/>
        <pc:sldMkLst>
          <pc:docMk/>
          <pc:sldMk cId="0" sldId="259"/>
        </pc:sldMkLst>
        <pc:spChg chg="mod">
          <ac:chgData name="Priscilla Nyamai" userId="d8e0452a-ae16-488e-aad4-f7f0f7049767" providerId="ADAL" clId="{A1A1DADF-9B8F-43D1-B93A-EC99A1FF923D}" dt="2024-12-19T18:27:41.367" v="775" actId="1076"/>
          <ac:spMkLst>
            <pc:docMk/>
            <pc:sldMk cId="0" sldId="259"/>
            <ac:spMk id="2" creationId="{9A08F108-F25D-1B27-29C4-D71A636507B4}"/>
          </ac:spMkLst>
        </pc:spChg>
        <pc:grpChg chg="mod">
          <ac:chgData name="Priscilla Nyamai" userId="d8e0452a-ae16-488e-aad4-f7f0f7049767" providerId="ADAL" clId="{A1A1DADF-9B8F-43D1-B93A-EC99A1FF923D}" dt="2024-12-19T18:25:32.752" v="703" actId="164"/>
          <ac:grpSpMkLst>
            <pc:docMk/>
            <pc:sldMk cId="0" sldId="259"/>
            <ac:grpSpMk id="6" creationId="{078362BF-F945-4194-4E0F-A0C1C209EB10}"/>
          </ac:grpSpMkLst>
        </pc:grpChg>
        <pc:grpChg chg="add mod">
          <ac:chgData name="Priscilla Nyamai" userId="d8e0452a-ae16-488e-aad4-f7f0f7049767" providerId="ADAL" clId="{A1A1DADF-9B8F-43D1-B93A-EC99A1FF923D}" dt="2024-12-19T18:25:32.752" v="703" actId="164"/>
          <ac:grpSpMkLst>
            <pc:docMk/>
            <pc:sldMk cId="0" sldId="259"/>
            <ac:grpSpMk id="8" creationId="{EB4EF5BB-885E-BA60-7F29-7390CC35D429}"/>
          </ac:grpSpMkLst>
        </pc:grpChg>
        <pc:cxnChg chg="add mod">
          <ac:chgData name="Priscilla Nyamai" userId="d8e0452a-ae16-488e-aad4-f7f0f7049767" providerId="ADAL" clId="{A1A1DADF-9B8F-43D1-B93A-EC99A1FF923D}" dt="2024-12-19T18:25:32.752" v="703" actId="164"/>
          <ac:cxnSpMkLst>
            <pc:docMk/>
            <pc:sldMk cId="0" sldId="259"/>
            <ac:cxnSpMk id="7" creationId="{7C1DFD7A-0B2D-73DA-37DF-E072823C4DC9}"/>
          </ac:cxnSpMkLst>
        </pc:cxnChg>
      </pc:sldChg>
      <pc:sldChg chg="modSp mod">
        <pc:chgData name="Priscilla Nyamai" userId="d8e0452a-ae16-488e-aad4-f7f0f7049767" providerId="ADAL" clId="{A1A1DADF-9B8F-43D1-B93A-EC99A1FF923D}" dt="2024-12-19T18:45:17.869" v="1063" actId="14100"/>
        <pc:sldMkLst>
          <pc:docMk/>
          <pc:sldMk cId="0" sldId="260"/>
        </pc:sldMkLst>
        <pc:spChg chg="mod">
          <ac:chgData name="Priscilla Nyamai" userId="d8e0452a-ae16-488e-aad4-f7f0f7049767" providerId="ADAL" clId="{A1A1DADF-9B8F-43D1-B93A-EC99A1FF923D}" dt="2024-12-19T18:45:14.014" v="1062" actId="6549"/>
          <ac:spMkLst>
            <pc:docMk/>
            <pc:sldMk cId="0" sldId="260"/>
            <ac:spMk id="2" creationId="{46931780-EE9F-1C06-CE1F-F7529C1575F5}"/>
          </ac:spMkLst>
        </pc:spChg>
        <pc:picChg chg="mod">
          <ac:chgData name="Priscilla Nyamai" userId="d8e0452a-ae16-488e-aad4-f7f0f7049767" providerId="ADAL" clId="{A1A1DADF-9B8F-43D1-B93A-EC99A1FF923D}" dt="2024-12-19T18:45:17.869" v="1063" actId="14100"/>
          <ac:picMkLst>
            <pc:docMk/>
            <pc:sldMk cId="0" sldId="260"/>
            <ac:picMk id="5" creationId="{E0D1CA88-9877-E3DE-3045-4C4691F68FF5}"/>
          </ac:picMkLst>
        </pc:picChg>
      </pc:sldChg>
      <pc:sldChg chg="modSp del mod">
        <pc:chgData name="Priscilla Nyamai" userId="d8e0452a-ae16-488e-aad4-f7f0f7049767" providerId="ADAL" clId="{A1A1DADF-9B8F-43D1-B93A-EC99A1FF923D}" dt="2024-12-19T18:42:50.692" v="1056" actId="2696"/>
        <pc:sldMkLst>
          <pc:docMk/>
          <pc:sldMk cId="0" sldId="261"/>
        </pc:sldMkLst>
        <pc:spChg chg="mod">
          <ac:chgData name="Priscilla Nyamai" userId="d8e0452a-ae16-488e-aad4-f7f0f7049767" providerId="ADAL" clId="{A1A1DADF-9B8F-43D1-B93A-EC99A1FF923D}" dt="2024-12-19T18:37:58.376" v="979" actId="15"/>
          <ac:spMkLst>
            <pc:docMk/>
            <pc:sldMk cId="0" sldId="261"/>
            <ac:spMk id="128" creationId="{00000000-0000-0000-0000-000000000000}"/>
          </ac:spMkLst>
        </pc:spChg>
      </pc:sldChg>
      <pc:sldChg chg="modSp del mod">
        <pc:chgData name="Priscilla Nyamai" userId="d8e0452a-ae16-488e-aad4-f7f0f7049767" providerId="ADAL" clId="{A1A1DADF-9B8F-43D1-B93A-EC99A1FF923D}" dt="2024-12-19T19:02:58.065" v="1390" actId="2696"/>
        <pc:sldMkLst>
          <pc:docMk/>
          <pc:sldMk cId="0" sldId="262"/>
        </pc:sldMkLst>
        <pc:spChg chg="mod">
          <ac:chgData name="Priscilla Nyamai" userId="d8e0452a-ae16-488e-aad4-f7f0f7049767" providerId="ADAL" clId="{A1A1DADF-9B8F-43D1-B93A-EC99A1FF923D}" dt="2024-12-19T18:58:54.238" v="1373" actId="15"/>
          <ac:spMkLst>
            <pc:docMk/>
            <pc:sldMk cId="0" sldId="262"/>
            <ac:spMk id="136" creationId="{00000000-0000-0000-0000-000000000000}"/>
          </ac:spMkLst>
        </pc:spChg>
      </pc:sldChg>
      <pc:sldChg chg="modSp add del mod">
        <pc:chgData name="Priscilla Nyamai" userId="d8e0452a-ae16-488e-aad4-f7f0f7049767" providerId="ADAL" clId="{A1A1DADF-9B8F-43D1-B93A-EC99A1FF923D}" dt="2024-12-19T19:12:40.674" v="1517" actId="2696"/>
        <pc:sldMkLst>
          <pc:docMk/>
          <pc:sldMk cId="0" sldId="263"/>
        </pc:sldMkLst>
        <pc:spChg chg="mod">
          <ac:chgData name="Priscilla Nyamai" userId="d8e0452a-ae16-488e-aad4-f7f0f7049767" providerId="ADAL" clId="{A1A1DADF-9B8F-43D1-B93A-EC99A1FF923D}" dt="2024-12-19T19:07:13.125" v="1469" actId="20577"/>
          <ac:spMkLst>
            <pc:docMk/>
            <pc:sldMk cId="0" sldId="263"/>
            <ac:spMk id="142" creationId="{00000000-0000-0000-0000-000000000000}"/>
          </ac:spMkLst>
        </pc:spChg>
        <pc:spChg chg="mod">
          <ac:chgData name="Priscilla Nyamai" userId="d8e0452a-ae16-488e-aad4-f7f0f7049767" providerId="ADAL" clId="{A1A1DADF-9B8F-43D1-B93A-EC99A1FF923D}" dt="2024-12-19T19:08:04.744" v="1493" actId="20577"/>
          <ac:spMkLst>
            <pc:docMk/>
            <pc:sldMk cId="0" sldId="263"/>
            <ac:spMk id="144" creationId="{00000000-0000-0000-0000-000000000000}"/>
          </ac:spMkLst>
        </pc:spChg>
      </pc:sldChg>
      <pc:sldChg chg="modSp mod">
        <pc:chgData name="Priscilla Nyamai" userId="d8e0452a-ae16-488e-aad4-f7f0f7049767" providerId="ADAL" clId="{A1A1DADF-9B8F-43D1-B93A-EC99A1FF923D}" dt="2024-12-19T19:15:51.291" v="1528" actId="113"/>
        <pc:sldMkLst>
          <pc:docMk/>
          <pc:sldMk cId="0" sldId="264"/>
        </pc:sldMkLst>
        <pc:spChg chg="mod">
          <ac:chgData name="Priscilla Nyamai" userId="d8e0452a-ae16-488e-aad4-f7f0f7049767" providerId="ADAL" clId="{A1A1DADF-9B8F-43D1-B93A-EC99A1FF923D}" dt="2024-12-19T19:14:49.431" v="1520" actId="14100"/>
          <ac:spMkLst>
            <pc:docMk/>
            <pc:sldMk cId="0" sldId="264"/>
            <ac:spMk id="150" creationId="{00000000-0000-0000-0000-000000000000}"/>
          </ac:spMkLst>
        </pc:spChg>
        <pc:spChg chg="mod">
          <ac:chgData name="Priscilla Nyamai" userId="d8e0452a-ae16-488e-aad4-f7f0f7049767" providerId="ADAL" clId="{A1A1DADF-9B8F-43D1-B93A-EC99A1FF923D}" dt="2024-12-19T19:15:51.291" v="1528" actId="113"/>
          <ac:spMkLst>
            <pc:docMk/>
            <pc:sldMk cId="0" sldId="264"/>
            <ac:spMk id="151" creationId="{00000000-0000-0000-0000-000000000000}"/>
          </ac:spMkLst>
        </pc:spChg>
      </pc:sldChg>
      <pc:sldChg chg="modSp del mod">
        <pc:chgData name="Priscilla Nyamai" userId="d8e0452a-ae16-488e-aad4-f7f0f7049767" providerId="ADAL" clId="{A1A1DADF-9B8F-43D1-B93A-EC99A1FF923D}" dt="2024-12-19T19:22:20.349" v="1569" actId="2696"/>
        <pc:sldMkLst>
          <pc:docMk/>
          <pc:sldMk cId="0" sldId="265"/>
        </pc:sldMkLst>
        <pc:spChg chg="mod">
          <ac:chgData name="Priscilla Nyamai" userId="d8e0452a-ae16-488e-aad4-f7f0f7049767" providerId="ADAL" clId="{A1A1DADF-9B8F-43D1-B93A-EC99A1FF923D}" dt="2024-12-19T19:18:55.333" v="1555" actId="20577"/>
          <ac:spMkLst>
            <pc:docMk/>
            <pc:sldMk cId="0" sldId="265"/>
            <ac:spMk id="158" creationId="{00000000-0000-0000-0000-000000000000}"/>
          </ac:spMkLst>
        </pc:spChg>
      </pc:sldChg>
      <pc:sldChg chg="modSp mod">
        <pc:chgData name="Priscilla Nyamai" userId="d8e0452a-ae16-488e-aad4-f7f0f7049767" providerId="ADAL" clId="{A1A1DADF-9B8F-43D1-B93A-EC99A1FF923D}" dt="2024-12-19T19:27:00.277" v="1640" actId="20577"/>
        <pc:sldMkLst>
          <pc:docMk/>
          <pc:sldMk cId="0" sldId="267"/>
        </pc:sldMkLst>
        <pc:spChg chg="mod">
          <ac:chgData name="Priscilla Nyamai" userId="d8e0452a-ae16-488e-aad4-f7f0f7049767" providerId="ADAL" clId="{A1A1DADF-9B8F-43D1-B93A-EC99A1FF923D}" dt="2024-12-19T19:27:00.277" v="1640" actId="20577"/>
          <ac:spMkLst>
            <pc:docMk/>
            <pc:sldMk cId="0" sldId="267"/>
            <ac:spMk id="177" creationId="{00000000-0000-0000-0000-000000000000}"/>
          </ac:spMkLst>
        </pc:spChg>
      </pc:sldChg>
      <pc:sldChg chg="modSp mod">
        <pc:chgData name="Priscilla Nyamai" userId="d8e0452a-ae16-488e-aad4-f7f0f7049767" providerId="ADAL" clId="{A1A1DADF-9B8F-43D1-B93A-EC99A1FF923D}" dt="2024-12-19T19:28:06.374" v="1641" actId="20577"/>
        <pc:sldMkLst>
          <pc:docMk/>
          <pc:sldMk cId="0" sldId="268"/>
        </pc:sldMkLst>
        <pc:spChg chg="mod">
          <ac:chgData name="Priscilla Nyamai" userId="d8e0452a-ae16-488e-aad4-f7f0f7049767" providerId="ADAL" clId="{A1A1DADF-9B8F-43D1-B93A-EC99A1FF923D}" dt="2024-12-19T19:28:06.374" v="1641" actId="20577"/>
          <ac:spMkLst>
            <pc:docMk/>
            <pc:sldMk cId="0" sldId="268"/>
            <ac:spMk id="2" creationId="{C61FC044-CD03-600E-23AB-18DEF0838B6E}"/>
          </ac:spMkLst>
        </pc:spChg>
      </pc:sldChg>
      <pc:sldChg chg="modSp mod">
        <pc:chgData name="Priscilla Nyamai" userId="d8e0452a-ae16-488e-aad4-f7f0f7049767" providerId="ADAL" clId="{A1A1DADF-9B8F-43D1-B93A-EC99A1FF923D}" dt="2024-12-19T19:29:27.986" v="1670" actId="20577"/>
        <pc:sldMkLst>
          <pc:docMk/>
          <pc:sldMk cId="0" sldId="269"/>
        </pc:sldMkLst>
        <pc:spChg chg="mod">
          <ac:chgData name="Priscilla Nyamai" userId="d8e0452a-ae16-488e-aad4-f7f0f7049767" providerId="ADAL" clId="{A1A1DADF-9B8F-43D1-B93A-EC99A1FF923D}" dt="2024-12-19T19:29:27.986" v="1670" actId="20577"/>
          <ac:spMkLst>
            <pc:docMk/>
            <pc:sldMk cId="0" sldId="269"/>
            <ac:spMk id="190" creationId="{00000000-0000-0000-0000-000000000000}"/>
          </ac:spMkLst>
        </pc:spChg>
      </pc:sldChg>
      <pc:sldChg chg="modSp mod">
        <pc:chgData name="Priscilla Nyamai" userId="d8e0452a-ae16-488e-aad4-f7f0f7049767" providerId="ADAL" clId="{A1A1DADF-9B8F-43D1-B93A-EC99A1FF923D}" dt="2024-12-19T19:33:36.015" v="1737" actId="14100"/>
        <pc:sldMkLst>
          <pc:docMk/>
          <pc:sldMk cId="0" sldId="271"/>
        </pc:sldMkLst>
        <pc:spChg chg="mod">
          <ac:chgData name="Priscilla Nyamai" userId="d8e0452a-ae16-488e-aad4-f7f0f7049767" providerId="ADAL" clId="{A1A1DADF-9B8F-43D1-B93A-EC99A1FF923D}" dt="2024-12-19T19:33:21.692" v="1736" actId="6549"/>
          <ac:spMkLst>
            <pc:docMk/>
            <pc:sldMk cId="0" sldId="271"/>
            <ac:spMk id="206" creationId="{00000000-0000-0000-0000-000000000000}"/>
          </ac:spMkLst>
        </pc:spChg>
        <pc:grpChg chg="mod">
          <ac:chgData name="Priscilla Nyamai" userId="d8e0452a-ae16-488e-aad4-f7f0f7049767" providerId="ADAL" clId="{A1A1DADF-9B8F-43D1-B93A-EC99A1FF923D}" dt="2024-12-19T19:33:36.015" v="1737" actId="14100"/>
          <ac:grpSpMkLst>
            <pc:docMk/>
            <pc:sldMk cId="0" sldId="271"/>
            <ac:grpSpMk id="5" creationId="{C0CC9C75-E7AB-03E2-E404-4D5E445A6368}"/>
          </ac:grpSpMkLst>
        </pc:grpChg>
      </pc:sldChg>
      <pc:sldChg chg="modSp mod">
        <pc:chgData name="Priscilla Nyamai" userId="d8e0452a-ae16-488e-aad4-f7f0f7049767" providerId="ADAL" clId="{A1A1DADF-9B8F-43D1-B93A-EC99A1FF923D}" dt="2024-12-19T19:33:57.507" v="1739" actId="20577"/>
        <pc:sldMkLst>
          <pc:docMk/>
          <pc:sldMk cId="0" sldId="272"/>
        </pc:sldMkLst>
        <pc:spChg chg="mod">
          <ac:chgData name="Priscilla Nyamai" userId="d8e0452a-ae16-488e-aad4-f7f0f7049767" providerId="ADAL" clId="{A1A1DADF-9B8F-43D1-B93A-EC99A1FF923D}" dt="2024-12-19T19:33:57.507" v="1739" actId="20577"/>
          <ac:spMkLst>
            <pc:docMk/>
            <pc:sldMk cId="0" sldId="272"/>
            <ac:spMk id="215" creationId="{00000000-0000-0000-0000-000000000000}"/>
          </ac:spMkLst>
        </pc:spChg>
      </pc:sldChg>
      <pc:sldChg chg="modSp mod">
        <pc:chgData name="Priscilla Nyamai" userId="d8e0452a-ae16-488e-aad4-f7f0f7049767" providerId="ADAL" clId="{A1A1DADF-9B8F-43D1-B93A-EC99A1FF923D}" dt="2024-12-19T19:34:51.235" v="1746" actId="20577"/>
        <pc:sldMkLst>
          <pc:docMk/>
          <pc:sldMk cId="0" sldId="273"/>
        </pc:sldMkLst>
        <pc:spChg chg="mod">
          <ac:chgData name="Priscilla Nyamai" userId="d8e0452a-ae16-488e-aad4-f7f0f7049767" providerId="ADAL" clId="{A1A1DADF-9B8F-43D1-B93A-EC99A1FF923D}" dt="2024-12-19T19:34:51.235" v="1746" actId="20577"/>
          <ac:spMkLst>
            <pc:docMk/>
            <pc:sldMk cId="0" sldId="273"/>
            <ac:spMk id="222" creationId="{00000000-0000-0000-0000-000000000000}"/>
          </ac:spMkLst>
        </pc:spChg>
      </pc:sldChg>
      <pc:sldChg chg="modSp mod">
        <pc:chgData name="Priscilla Nyamai" userId="d8e0452a-ae16-488e-aad4-f7f0f7049767" providerId="ADAL" clId="{A1A1DADF-9B8F-43D1-B93A-EC99A1FF923D}" dt="2024-12-19T19:35:21.993" v="1774" actId="20577"/>
        <pc:sldMkLst>
          <pc:docMk/>
          <pc:sldMk cId="0" sldId="274"/>
        </pc:sldMkLst>
        <pc:spChg chg="mod">
          <ac:chgData name="Priscilla Nyamai" userId="d8e0452a-ae16-488e-aad4-f7f0f7049767" providerId="ADAL" clId="{A1A1DADF-9B8F-43D1-B93A-EC99A1FF923D}" dt="2024-12-19T19:35:21.993" v="1774" actId="20577"/>
          <ac:spMkLst>
            <pc:docMk/>
            <pc:sldMk cId="0" sldId="274"/>
            <ac:spMk id="231" creationId="{00000000-0000-0000-0000-000000000000}"/>
          </ac:spMkLst>
        </pc:spChg>
      </pc:sldChg>
      <pc:sldChg chg="modSp mod">
        <pc:chgData name="Priscilla Nyamai" userId="d8e0452a-ae16-488e-aad4-f7f0f7049767" providerId="ADAL" clId="{A1A1DADF-9B8F-43D1-B93A-EC99A1FF923D}" dt="2024-12-19T19:36:24.396" v="1780" actId="20577"/>
        <pc:sldMkLst>
          <pc:docMk/>
          <pc:sldMk cId="0" sldId="275"/>
        </pc:sldMkLst>
        <pc:spChg chg="mod">
          <ac:chgData name="Priscilla Nyamai" userId="d8e0452a-ae16-488e-aad4-f7f0f7049767" providerId="ADAL" clId="{A1A1DADF-9B8F-43D1-B93A-EC99A1FF923D}" dt="2024-12-19T19:36:24.396" v="1780" actId="20577"/>
          <ac:spMkLst>
            <pc:docMk/>
            <pc:sldMk cId="0" sldId="275"/>
            <ac:spMk id="240" creationId="{00000000-0000-0000-0000-000000000000}"/>
          </ac:spMkLst>
        </pc:spChg>
      </pc:sldChg>
      <pc:sldChg chg="modSp mod">
        <pc:chgData name="Priscilla Nyamai" userId="d8e0452a-ae16-488e-aad4-f7f0f7049767" providerId="ADAL" clId="{A1A1DADF-9B8F-43D1-B93A-EC99A1FF923D}" dt="2024-12-19T19:38:42.685" v="1837" actId="20577"/>
        <pc:sldMkLst>
          <pc:docMk/>
          <pc:sldMk cId="0" sldId="276"/>
        </pc:sldMkLst>
        <pc:spChg chg="mod">
          <ac:chgData name="Priscilla Nyamai" userId="d8e0452a-ae16-488e-aad4-f7f0f7049767" providerId="ADAL" clId="{A1A1DADF-9B8F-43D1-B93A-EC99A1FF923D}" dt="2024-12-19T19:38:42.685" v="1837" actId="20577"/>
          <ac:spMkLst>
            <pc:docMk/>
            <pc:sldMk cId="0" sldId="276"/>
            <ac:spMk id="247" creationId="{00000000-0000-0000-0000-000000000000}"/>
          </ac:spMkLst>
        </pc:spChg>
      </pc:sldChg>
      <pc:sldChg chg="modSp mod">
        <pc:chgData name="Priscilla Nyamai" userId="d8e0452a-ae16-488e-aad4-f7f0f7049767" providerId="ADAL" clId="{A1A1DADF-9B8F-43D1-B93A-EC99A1FF923D}" dt="2024-12-19T19:40:13.842" v="1847" actId="20577"/>
        <pc:sldMkLst>
          <pc:docMk/>
          <pc:sldMk cId="0" sldId="278"/>
        </pc:sldMkLst>
        <pc:spChg chg="mod">
          <ac:chgData name="Priscilla Nyamai" userId="d8e0452a-ae16-488e-aad4-f7f0f7049767" providerId="ADAL" clId="{A1A1DADF-9B8F-43D1-B93A-EC99A1FF923D}" dt="2024-12-19T19:40:13.842" v="1847" actId="20577"/>
          <ac:spMkLst>
            <pc:docMk/>
            <pc:sldMk cId="0" sldId="278"/>
            <ac:spMk id="263" creationId="{00000000-0000-0000-0000-000000000000}"/>
          </ac:spMkLst>
        </pc:spChg>
      </pc:sldChg>
      <pc:sldChg chg="modSp mod">
        <pc:chgData name="Priscilla Nyamai" userId="d8e0452a-ae16-488e-aad4-f7f0f7049767" providerId="ADAL" clId="{A1A1DADF-9B8F-43D1-B93A-EC99A1FF923D}" dt="2024-12-19T19:40:50.083" v="1852" actId="20577"/>
        <pc:sldMkLst>
          <pc:docMk/>
          <pc:sldMk cId="0" sldId="279"/>
        </pc:sldMkLst>
        <pc:spChg chg="mod">
          <ac:chgData name="Priscilla Nyamai" userId="d8e0452a-ae16-488e-aad4-f7f0f7049767" providerId="ADAL" clId="{A1A1DADF-9B8F-43D1-B93A-EC99A1FF923D}" dt="2024-12-19T19:40:50.083" v="1852" actId="20577"/>
          <ac:spMkLst>
            <pc:docMk/>
            <pc:sldMk cId="0" sldId="279"/>
            <ac:spMk id="271" creationId="{00000000-0000-0000-0000-000000000000}"/>
          </ac:spMkLst>
        </pc:spChg>
      </pc:sldChg>
      <pc:sldChg chg="modSp mod">
        <pc:chgData name="Priscilla Nyamai" userId="d8e0452a-ae16-488e-aad4-f7f0f7049767" providerId="ADAL" clId="{A1A1DADF-9B8F-43D1-B93A-EC99A1FF923D}" dt="2024-12-19T19:42:00.563" v="1866" actId="20577"/>
        <pc:sldMkLst>
          <pc:docMk/>
          <pc:sldMk cId="0" sldId="282"/>
        </pc:sldMkLst>
        <pc:spChg chg="mod">
          <ac:chgData name="Priscilla Nyamai" userId="d8e0452a-ae16-488e-aad4-f7f0f7049767" providerId="ADAL" clId="{A1A1DADF-9B8F-43D1-B93A-EC99A1FF923D}" dt="2024-12-19T19:42:00.563" v="1866" actId="20577"/>
          <ac:spMkLst>
            <pc:docMk/>
            <pc:sldMk cId="0" sldId="282"/>
            <ac:spMk id="293" creationId="{00000000-0000-0000-0000-000000000000}"/>
          </ac:spMkLst>
        </pc:spChg>
      </pc:sldChg>
      <pc:sldChg chg="modSp mod">
        <pc:chgData name="Priscilla Nyamai" userId="d8e0452a-ae16-488e-aad4-f7f0f7049767" providerId="ADAL" clId="{A1A1DADF-9B8F-43D1-B93A-EC99A1FF923D}" dt="2024-12-19T19:43:24.102" v="1876" actId="20577"/>
        <pc:sldMkLst>
          <pc:docMk/>
          <pc:sldMk cId="0" sldId="284"/>
        </pc:sldMkLst>
        <pc:spChg chg="mod">
          <ac:chgData name="Priscilla Nyamai" userId="d8e0452a-ae16-488e-aad4-f7f0f7049767" providerId="ADAL" clId="{A1A1DADF-9B8F-43D1-B93A-EC99A1FF923D}" dt="2024-12-19T19:43:24.102" v="1876" actId="20577"/>
          <ac:spMkLst>
            <pc:docMk/>
            <pc:sldMk cId="0" sldId="284"/>
            <ac:spMk id="310" creationId="{00000000-0000-0000-0000-000000000000}"/>
          </ac:spMkLst>
        </pc:spChg>
      </pc:sldChg>
      <pc:sldChg chg="modSp mod">
        <pc:chgData name="Priscilla Nyamai" userId="d8e0452a-ae16-488e-aad4-f7f0f7049767" providerId="ADAL" clId="{A1A1DADF-9B8F-43D1-B93A-EC99A1FF923D}" dt="2024-12-19T19:43:54.431" v="1877" actId="114"/>
        <pc:sldMkLst>
          <pc:docMk/>
          <pc:sldMk cId="0" sldId="285"/>
        </pc:sldMkLst>
        <pc:spChg chg="mod">
          <ac:chgData name="Priscilla Nyamai" userId="d8e0452a-ae16-488e-aad4-f7f0f7049767" providerId="ADAL" clId="{A1A1DADF-9B8F-43D1-B93A-EC99A1FF923D}" dt="2024-12-19T19:43:54.431" v="1877" actId="114"/>
          <ac:spMkLst>
            <pc:docMk/>
            <pc:sldMk cId="0" sldId="285"/>
            <ac:spMk id="319" creationId="{00000000-0000-0000-0000-000000000000}"/>
          </ac:spMkLst>
        </pc:spChg>
      </pc:sldChg>
      <pc:sldChg chg="modSp mod">
        <pc:chgData name="Priscilla Nyamai" userId="d8e0452a-ae16-488e-aad4-f7f0f7049767" providerId="ADAL" clId="{A1A1DADF-9B8F-43D1-B93A-EC99A1FF923D}" dt="2024-12-19T19:45:06.497" v="1878" actId="207"/>
        <pc:sldMkLst>
          <pc:docMk/>
          <pc:sldMk cId="0" sldId="287"/>
        </pc:sldMkLst>
        <pc:spChg chg="mod">
          <ac:chgData name="Priscilla Nyamai" userId="d8e0452a-ae16-488e-aad4-f7f0f7049767" providerId="ADAL" clId="{A1A1DADF-9B8F-43D1-B93A-EC99A1FF923D}" dt="2024-12-19T19:45:06.497" v="1878" actId="207"/>
          <ac:spMkLst>
            <pc:docMk/>
            <pc:sldMk cId="0" sldId="287"/>
            <ac:spMk id="330" creationId="{00000000-0000-0000-0000-000000000000}"/>
          </ac:spMkLst>
        </pc:spChg>
      </pc:sldChg>
      <pc:sldChg chg="modSp mod">
        <pc:chgData name="Priscilla Nyamai" userId="d8e0452a-ae16-488e-aad4-f7f0f7049767" providerId="ADAL" clId="{A1A1DADF-9B8F-43D1-B93A-EC99A1FF923D}" dt="2024-12-19T19:45:29.695" v="1904" actId="20577"/>
        <pc:sldMkLst>
          <pc:docMk/>
          <pc:sldMk cId="0" sldId="288"/>
        </pc:sldMkLst>
        <pc:spChg chg="mod">
          <ac:chgData name="Priscilla Nyamai" userId="d8e0452a-ae16-488e-aad4-f7f0f7049767" providerId="ADAL" clId="{A1A1DADF-9B8F-43D1-B93A-EC99A1FF923D}" dt="2024-12-19T19:45:29.695" v="1904" actId="20577"/>
          <ac:spMkLst>
            <pc:docMk/>
            <pc:sldMk cId="0" sldId="288"/>
            <ac:spMk id="335" creationId="{00000000-0000-0000-0000-000000000000}"/>
          </ac:spMkLst>
        </pc:spChg>
      </pc:sldChg>
      <pc:sldChg chg="modSp mod">
        <pc:chgData name="Priscilla Nyamai" userId="d8e0452a-ae16-488e-aad4-f7f0f7049767" providerId="ADAL" clId="{A1A1DADF-9B8F-43D1-B93A-EC99A1FF923D}" dt="2024-12-19T19:46:54.105" v="1907" actId="20577"/>
        <pc:sldMkLst>
          <pc:docMk/>
          <pc:sldMk cId="0" sldId="289"/>
        </pc:sldMkLst>
        <pc:spChg chg="mod">
          <ac:chgData name="Priscilla Nyamai" userId="d8e0452a-ae16-488e-aad4-f7f0f7049767" providerId="ADAL" clId="{A1A1DADF-9B8F-43D1-B93A-EC99A1FF923D}" dt="2024-12-19T19:46:54.105" v="1907" actId="20577"/>
          <ac:spMkLst>
            <pc:docMk/>
            <pc:sldMk cId="0" sldId="289"/>
            <ac:spMk id="342" creationId="{00000000-0000-0000-0000-000000000000}"/>
          </ac:spMkLst>
        </pc:spChg>
      </pc:sldChg>
      <pc:sldChg chg="modSp mod">
        <pc:chgData name="Priscilla Nyamai" userId="d8e0452a-ae16-488e-aad4-f7f0f7049767" providerId="ADAL" clId="{A1A1DADF-9B8F-43D1-B93A-EC99A1FF923D}" dt="2024-12-19T19:47:37.934" v="1913" actId="114"/>
        <pc:sldMkLst>
          <pc:docMk/>
          <pc:sldMk cId="0" sldId="291"/>
        </pc:sldMkLst>
        <pc:spChg chg="mod">
          <ac:chgData name="Priscilla Nyamai" userId="d8e0452a-ae16-488e-aad4-f7f0f7049767" providerId="ADAL" clId="{A1A1DADF-9B8F-43D1-B93A-EC99A1FF923D}" dt="2024-12-19T19:47:37.934" v="1913" actId="114"/>
          <ac:spMkLst>
            <pc:docMk/>
            <pc:sldMk cId="0" sldId="291"/>
            <ac:spMk id="358" creationId="{00000000-0000-0000-0000-000000000000}"/>
          </ac:spMkLst>
        </pc:spChg>
      </pc:sldChg>
      <pc:sldChg chg="modSp mod">
        <pc:chgData name="Priscilla Nyamai" userId="d8e0452a-ae16-488e-aad4-f7f0f7049767" providerId="ADAL" clId="{A1A1DADF-9B8F-43D1-B93A-EC99A1FF923D}" dt="2024-12-19T19:49:42.050" v="1921" actId="114"/>
        <pc:sldMkLst>
          <pc:docMk/>
          <pc:sldMk cId="0" sldId="293"/>
        </pc:sldMkLst>
        <pc:spChg chg="mod">
          <ac:chgData name="Priscilla Nyamai" userId="d8e0452a-ae16-488e-aad4-f7f0f7049767" providerId="ADAL" clId="{A1A1DADF-9B8F-43D1-B93A-EC99A1FF923D}" dt="2024-12-19T19:49:32.119" v="1919" actId="113"/>
          <ac:spMkLst>
            <pc:docMk/>
            <pc:sldMk cId="0" sldId="293"/>
            <ac:spMk id="374" creationId="{00000000-0000-0000-0000-000000000000}"/>
          </ac:spMkLst>
        </pc:spChg>
        <pc:spChg chg="mod">
          <ac:chgData name="Priscilla Nyamai" userId="d8e0452a-ae16-488e-aad4-f7f0f7049767" providerId="ADAL" clId="{A1A1DADF-9B8F-43D1-B93A-EC99A1FF923D}" dt="2024-12-19T19:49:42.050" v="1921" actId="114"/>
          <ac:spMkLst>
            <pc:docMk/>
            <pc:sldMk cId="0" sldId="293"/>
            <ac:spMk id="375" creationId="{00000000-0000-0000-0000-000000000000}"/>
          </ac:spMkLst>
        </pc:spChg>
      </pc:sldChg>
      <pc:sldChg chg="modSp mod">
        <pc:chgData name="Priscilla Nyamai" userId="d8e0452a-ae16-488e-aad4-f7f0f7049767" providerId="ADAL" clId="{A1A1DADF-9B8F-43D1-B93A-EC99A1FF923D}" dt="2024-12-19T19:50:16.790" v="1925" actId="114"/>
        <pc:sldMkLst>
          <pc:docMk/>
          <pc:sldMk cId="0" sldId="294"/>
        </pc:sldMkLst>
        <pc:spChg chg="mod">
          <ac:chgData name="Priscilla Nyamai" userId="d8e0452a-ae16-488e-aad4-f7f0f7049767" providerId="ADAL" clId="{A1A1DADF-9B8F-43D1-B93A-EC99A1FF923D}" dt="2024-12-19T19:50:16.790" v="1925" actId="114"/>
          <ac:spMkLst>
            <pc:docMk/>
            <pc:sldMk cId="0" sldId="294"/>
            <ac:spMk id="382" creationId="{00000000-0000-0000-0000-000000000000}"/>
          </ac:spMkLst>
        </pc:spChg>
      </pc:sldChg>
      <pc:sldChg chg="modSp mod">
        <pc:chgData name="Priscilla Nyamai" userId="d8e0452a-ae16-488e-aad4-f7f0f7049767" providerId="ADAL" clId="{A1A1DADF-9B8F-43D1-B93A-EC99A1FF923D}" dt="2024-12-19T19:51:04.999" v="1926" actId="114"/>
        <pc:sldMkLst>
          <pc:docMk/>
          <pc:sldMk cId="0" sldId="295"/>
        </pc:sldMkLst>
        <pc:spChg chg="mod">
          <ac:chgData name="Priscilla Nyamai" userId="d8e0452a-ae16-488e-aad4-f7f0f7049767" providerId="ADAL" clId="{A1A1DADF-9B8F-43D1-B93A-EC99A1FF923D}" dt="2024-12-19T19:51:04.999" v="1926" actId="114"/>
          <ac:spMkLst>
            <pc:docMk/>
            <pc:sldMk cId="0" sldId="295"/>
            <ac:spMk id="390" creationId="{00000000-0000-0000-0000-000000000000}"/>
          </ac:spMkLst>
        </pc:spChg>
      </pc:sldChg>
      <pc:sldChg chg="modSp mod">
        <pc:chgData name="Priscilla Nyamai" userId="d8e0452a-ae16-488e-aad4-f7f0f7049767" providerId="ADAL" clId="{A1A1DADF-9B8F-43D1-B93A-EC99A1FF923D}" dt="2024-12-19T19:51:33.819" v="1927" actId="113"/>
        <pc:sldMkLst>
          <pc:docMk/>
          <pc:sldMk cId="0" sldId="296"/>
        </pc:sldMkLst>
        <pc:spChg chg="mod">
          <ac:chgData name="Priscilla Nyamai" userId="d8e0452a-ae16-488e-aad4-f7f0f7049767" providerId="ADAL" clId="{A1A1DADF-9B8F-43D1-B93A-EC99A1FF923D}" dt="2024-12-19T19:51:33.819" v="1927" actId="113"/>
          <ac:spMkLst>
            <pc:docMk/>
            <pc:sldMk cId="0" sldId="296"/>
            <ac:spMk id="397" creationId="{00000000-0000-0000-0000-000000000000}"/>
          </ac:spMkLst>
        </pc:spChg>
      </pc:sldChg>
      <pc:sldChg chg="modSp mod">
        <pc:chgData name="Priscilla Nyamai" userId="d8e0452a-ae16-488e-aad4-f7f0f7049767" providerId="ADAL" clId="{A1A1DADF-9B8F-43D1-B93A-EC99A1FF923D}" dt="2024-12-19T20:05:43.704" v="2778" actId="114"/>
        <pc:sldMkLst>
          <pc:docMk/>
          <pc:sldMk cId="0" sldId="297"/>
        </pc:sldMkLst>
        <pc:spChg chg="mod">
          <ac:chgData name="Priscilla Nyamai" userId="d8e0452a-ae16-488e-aad4-f7f0f7049767" providerId="ADAL" clId="{A1A1DADF-9B8F-43D1-B93A-EC99A1FF923D}" dt="2024-12-19T20:05:43.704" v="2778" actId="114"/>
          <ac:spMkLst>
            <pc:docMk/>
            <pc:sldMk cId="0" sldId="297"/>
            <ac:spMk id="411" creationId="{00000000-0000-0000-0000-000000000000}"/>
          </ac:spMkLst>
        </pc:spChg>
      </pc:sldChg>
      <pc:sldChg chg="modSp mod">
        <pc:chgData name="Priscilla Nyamai" userId="d8e0452a-ae16-488e-aad4-f7f0f7049767" providerId="ADAL" clId="{A1A1DADF-9B8F-43D1-B93A-EC99A1FF923D}" dt="2024-12-19T20:06:52.873" v="2783" actId="6549"/>
        <pc:sldMkLst>
          <pc:docMk/>
          <pc:sldMk cId="0" sldId="298"/>
        </pc:sldMkLst>
        <pc:spChg chg="mod">
          <ac:chgData name="Priscilla Nyamai" userId="d8e0452a-ae16-488e-aad4-f7f0f7049767" providerId="ADAL" clId="{A1A1DADF-9B8F-43D1-B93A-EC99A1FF923D}" dt="2024-12-19T20:06:52.873" v="2783" actId="6549"/>
          <ac:spMkLst>
            <pc:docMk/>
            <pc:sldMk cId="0" sldId="298"/>
            <ac:spMk id="418" creationId="{00000000-0000-0000-0000-000000000000}"/>
          </ac:spMkLst>
        </pc:spChg>
      </pc:sldChg>
      <pc:sldChg chg="modSp mod">
        <pc:chgData name="Priscilla Nyamai" userId="d8e0452a-ae16-488e-aad4-f7f0f7049767" providerId="ADAL" clId="{A1A1DADF-9B8F-43D1-B93A-EC99A1FF923D}" dt="2024-12-19T20:07:52.114" v="2786" actId="20577"/>
        <pc:sldMkLst>
          <pc:docMk/>
          <pc:sldMk cId="0" sldId="299"/>
        </pc:sldMkLst>
        <pc:spChg chg="mod">
          <ac:chgData name="Priscilla Nyamai" userId="d8e0452a-ae16-488e-aad4-f7f0f7049767" providerId="ADAL" clId="{A1A1DADF-9B8F-43D1-B93A-EC99A1FF923D}" dt="2024-12-19T20:07:52.114" v="2786" actId="20577"/>
          <ac:spMkLst>
            <pc:docMk/>
            <pc:sldMk cId="0" sldId="299"/>
            <ac:spMk id="424" creationId="{00000000-0000-0000-0000-000000000000}"/>
          </ac:spMkLst>
        </pc:spChg>
      </pc:sldChg>
      <pc:sldChg chg="modSp mod">
        <pc:chgData name="Priscilla Nyamai" userId="d8e0452a-ae16-488e-aad4-f7f0f7049767" providerId="ADAL" clId="{A1A1DADF-9B8F-43D1-B93A-EC99A1FF923D}" dt="2024-12-19T20:08:58.320" v="2792" actId="114"/>
        <pc:sldMkLst>
          <pc:docMk/>
          <pc:sldMk cId="0" sldId="300"/>
        </pc:sldMkLst>
        <pc:spChg chg="mod">
          <ac:chgData name="Priscilla Nyamai" userId="d8e0452a-ae16-488e-aad4-f7f0f7049767" providerId="ADAL" clId="{A1A1DADF-9B8F-43D1-B93A-EC99A1FF923D}" dt="2024-12-19T20:08:58.320" v="2792" actId="114"/>
          <ac:spMkLst>
            <pc:docMk/>
            <pc:sldMk cId="0" sldId="300"/>
            <ac:spMk id="434" creationId="{00000000-0000-0000-0000-000000000000}"/>
          </ac:spMkLst>
        </pc:spChg>
      </pc:sldChg>
      <pc:sldChg chg="modSp mod">
        <pc:chgData name="Priscilla Nyamai" userId="d8e0452a-ae16-488e-aad4-f7f0f7049767" providerId="ADAL" clId="{A1A1DADF-9B8F-43D1-B93A-EC99A1FF923D}" dt="2024-12-19T20:09:12.030" v="2797" actId="14100"/>
        <pc:sldMkLst>
          <pc:docMk/>
          <pc:sldMk cId="0" sldId="301"/>
        </pc:sldMkLst>
        <pc:spChg chg="mod">
          <ac:chgData name="Priscilla Nyamai" userId="d8e0452a-ae16-488e-aad4-f7f0f7049767" providerId="ADAL" clId="{A1A1DADF-9B8F-43D1-B93A-EC99A1FF923D}" dt="2024-12-19T20:09:12.030" v="2797" actId="14100"/>
          <ac:spMkLst>
            <pc:docMk/>
            <pc:sldMk cId="0" sldId="301"/>
            <ac:spMk id="448" creationId="{00000000-0000-0000-0000-000000000000}"/>
          </ac:spMkLst>
        </pc:spChg>
      </pc:sldChg>
      <pc:sldChg chg="modSp mod">
        <pc:chgData name="Priscilla Nyamai" userId="d8e0452a-ae16-488e-aad4-f7f0f7049767" providerId="ADAL" clId="{A1A1DADF-9B8F-43D1-B93A-EC99A1FF923D}" dt="2024-12-19T20:10:33.898" v="2816" actId="20577"/>
        <pc:sldMkLst>
          <pc:docMk/>
          <pc:sldMk cId="0" sldId="302"/>
        </pc:sldMkLst>
        <pc:spChg chg="mod">
          <ac:chgData name="Priscilla Nyamai" userId="d8e0452a-ae16-488e-aad4-f7f0f7049767" providerId="ADAL" clId="{A1A1DADF-9B8F-43D1-B93A-EC99A1FF923D}" dt="2024-12-19T20:10:33.898" v="2816" actId="20577"/>
          <ac:spMkLst>
            <pc:docMk/>
            <pc:sldMk cId="0" sldId="302"/>
            <ac:spMk id="456" creationId="{00000000-0000-0000-0000-000000000000}"/>
          </ac:spMkLst>
        </pc:spChg>
      </pc:sldChg>
      <pc:sldChg chg="modSp mod">
        <pc:chgData name="Priscilla Nyamai" userId="d8e0452a-ae16-488e-aad4-f7f0f7049767" providerId="ADAL" clId="{A1A1DADF-9B8F-43D1-B93A-EC99A1FF923D}" dt="2024-12-19T20:11:59.979" v="2845" actId="20577"/>
        <pc:sldMkLst>
          <pc:docMk/>
          <pc:sldMk cId="0" sldId="303"/>
        </pc:sldMkLst>
        <pc:spChg chg="mod">
          <ac:chgData name="Priscilla Nyamai" userId="d8e0452a-ae16-488e-aad4-f7f0f7049767" providerId="ADAL" clId="{A1A1DADF-9B8F-43D1-B93A-EC99A1FF923D}" dt="2024-12-19T20:11:59.979" v="2845" actId="20577"/>
          <ac:spMkLst>
            <pc:docMk/>
            <pc:sldMk cId="0" sldId="303"/>
            <ac:spMk id="464" creationId="{00000000-0000-0000-0000-000000000000}"/>
          </ac:spMkLst>
        </pc:spChg>
      </pc:sldChg>
      <pc:sldChg chg="addSp modSp mod">
        <pc:chgData name="Priscilla Nyamai" userId="d8e0452a-ae16-488e-aad4-f7f0f7049767" providerId="ADAL" clId="{A1A1DADF-9B8F-43D1-B93A-EC99A1FF923D}" dt="2024-12-18T13:46:05.708" v="377" actId="1076"/>
        <pc:sldMkLst>
          <pc:docMk/>
          <pc:sldMk cId="0" sldId="304"/>
        </pc:sldMkLst>
        <pc:picChg chg="add mod">
          <ac:chgData name="Priscilla Nyamai" userId="d8e0452a-ae16-488e-aad4-f7f0f7049767" providerId="ADAL" clId="{A1A1DADF-9B8F-43D1-B93A-EC99A1FF923D}" dt="2024-12-18T13:46:05.708" v="377" actId="1076"/>
          <ac:picMkLst>
            <pc:docMk/>
            <pc:sldMk cId="0" sldId="304"/>
            <ac:picMk id="2" creationId="{17218C13-DF05-3478-40A6-201040503D59}"/>
          </ac:picMkLst>
        </pc:picChg>
      </pc:sldChg>
      <pc:sldChg chg="modSp mod">
        <pc:chgData name="Priscilla Nyamai" userId="d8e0452a-ae16-488e-aad4-f7f0f7049767" providerId="ADAL" clId="{A1A1DADF-9B8F-43D1-B93A-EC99A1FF923D}" dt="2024-12-19T20:16:26.906" v="3103" actId="6549"/>
        <pc:sldMkLst>
          <pc:docMk/>
          <pc:sldMk cId="0" sldId="305"/>
        </pc:sldMkLst>
        <pc:spChg chg="mod">
          <ac:chgData name="Priscilla Nyamai" userId="d8e0452a-ae16-488e-aad4-f7f0f7049767" providerId="ADAL" clId="{A1A1DADF-9B8F-43D1-B93A-EC99A1FF923D}" dt="2024-12-19T20:16:26.906" v="3103" actId="6549"/>
          <ac:spMkLst>
            <pc:docMk/>
            <pc:sldMk cId="0" sldId="305"/>
            <ac:spMk id="477" creationId="{00000000-0000-0000-0000-000000000000}"/>
          </ac:spMkLst>
        </pc:spChg>
      </pc:sldChg>
      <pc:sldChg chg="modSp mod">
        <pc:chgData name="Priscilla Nyamai" userId="d8e0452a-ae16-488e-aad4-f7f0f7049767" providerId="ADAL" clId="{A1A1DADF-9B8F-43D1-B93A-EC99A1FF923D}" dt="2024-12-19T20:17:55.032" v="3141" actId="1076"/>
        <pc:sldMkLst>
          <pc:docMk/>
          <pc:sldMk cId="0" sldId="309"/>
        </pc:sldMkLst>
        <pc:spChg chg="mod">
          <ac:chgData name="Priscilla Nyamai" userId="d8e0452a-ae16-488e-aad4-f7f0f7049767" providerId="ADAL" clId="{A1A1DADF-9B8F-43D1-B93A-EC99A1FF923D}" dt="2024-12-19T20:17:12.173" v="3109" actId="6549"/>
          <ac:spMkLst>
            <pc:docMk/>
            <pc:sldMk cId="0" sldId="309"/>
            <ac:spMk id="2" creationId="{A97EF366-CFDA-21DB-9E7E-7B147728F7DD}"/>
          </ac:spMkLst>
        </pc:spChg>
        <pc:spChg chg="mod">
          <ac:chgData name="Priscilla Nyamai" userId="d8e0452a-ae16-488e-aad4-f7f0f7049767" providerId="ADAL" clId="{A1A1DADF-9B8F-43D1-B93A-EC99A1FF923D}" dt="2024-12-19T20:17:55.032" v="3141" actId="1076"/>
          <ac:spMkLst>
            <pc:docMk/>
            <pc:sldMk cId="0" sldId="309"/>
            <ac:spMk id="499" creationId="{00000000-0000-0000-0000-000000000000}"/>
          </ac:spMkLst>
        </pc:spChg>
      </pc:sldChg>
      <pc:sldChg chg="modSp mod">
        <pc:chgData name="Priscilla Nyamai" userId="d8e0452a-ae16-488e-aad4-f7f0f7049767" providerId="ADAL" clId="{A1A1DADF-9B8F-43D1-B93A-EC99A1FF923D}" dt="2024-12-19T18:14:29.507" v="437" actId="20577"/>
        <pc:sldMkLst>
          <pc:docMk/>
          <pc:sldMk cId="1374502055" sldId="311"/>
        </pc:sldMkLst>
        <pc:spChg chg="mod">
          <ac:chgData name="Priscilla Nyamai" userId="d8e0452a-ae16-488e-aad4-f7f0f7049767" providerId="ADAL" clId="{A1A1DADF-9B8F-43D1-B93A-EC99A1FF923D}" dt="2024-12-19T18:14:29.507" v="437" actId="20577"/>
          <ac:spMkLst>
            <pc:docMk/>
            <pc:sldMk cId="1374502055" sldId="311"/>
            <ac:spMk id="2" creationId="{39D07E06-D843-1C95-4B1F-684155D213B9}"/>
          </ac:spMkLst>
        </pc:spChg>
        <pc:picChg chg="mod">
          <ac:chgData name="Priscilla Nyamai" userId="d8e0452a-ae16-488e-aad4-f7f0f7049767" providerId="ADAL" clId="{A1A1DADF-9B8F-43D1-B93A-EC99A1FF923D}" dt="2024-12-19T18:14:21.229" v="436" actId="1076"/>
          <ac:picMkLst>
            <pc:docMk/>
            <pc:sldMk cId="1374502055" sldId="311"/>
            <ac:picMk id="90" creationId="{00000000-0000-0000-0000-000000000000}"/>
          </ac:picMkLst>
        </pc:picChg>
      </pc:sldChg>
      <pc:sldChg chg="modSp mod">
        <pc:chgData name="Priscilla Nyamai" userId="d8e0452a-ae16-488e-aad4-f7f0f7049767" providerId="ADAL" clId="{A1A1DADF-9B8F-43D1-B93A-EC99A1FF923D}" dt="2024-12-19T19:28:33.936" v="1669" actId="14100"/>
        <pc:sldMkLst>
          <pc:docMk/>
          <pc:sldMk cId="1914669002" sldId="312"/>
        </pc:sldMkLst>
        <pc:spChg chg="mod">
          <ac:chgData name="Priscilla Nyamai" userId="d8e0452a-ae16-488e-aad4-f7f0f7049767" providerId="ADAL" clId="{A1A1DADF-9B8F-43D1-B93A-EC99A1FF923D}" dt="2024-12-19T19:28:30.465" v="1668" actId="20577"/>
          <ac:spMkLst>
            <pc:docMk/>
            <pc:sldMk cId="1914669002" sldId="312"/>
            <ac:spMk id="2" creationId="{C61FC044-CD03-600E-23AB-18DEF0838B6E}"/>
          </ac:spMkLst>
        </pc:spChg>
        <pc:picChg chg="mod">
          <ac:chgData name="Priscilla Nyamai" userId="d8e0452a-ae16-488e-aad4-f7f0f7049767" providerId="ADAL" clId="{A1A1DADF-9B8F-43D1-B93A-EC99A1FF923D}" dt="2024-12-19T19:28:33.936" v="1669" actId="14100"/>
          <ac:picMkLst>
            <pc:docMk/>
            <pc:sldMk cId="1914669002" sldId="312"/>
            <ac:picMk id="3" creationId="{FC286AB0-3C12-2416-D586-D8B05599AA30}"/>
          </ac:picMkLst>
        </pc:picChg>
      </pc:sldChg>
      <pc:sldChg chg="modSp mod">
        <pc:chgData name="Priscilla Nyamai" userId="d8e0452a-ae16-488e-aad4-f7f0f7049767" providerId="ADAL" clId="{A1A1DADF-9B8F-43D1-B93A-EC99A1FF923D}" dt="2024-12-19T19:48:35.014" v="1918" actId="113"/>
        <pc:sldMkLst>
          <pc:docMk/>
          <pc:sldMk cId="896670042" sldId="313"/>
        </pc:sldMkLst>
        <pc:spChg chg="mod">
          <ac:chgData name="Priscilla Nyamai" userId="d8e0452a-ae16-488e-aad4-f7f0f7049767" providerId="ADAL" clId="{A1A1DADF-9B8F-43D1-B93A-EC99A1FF923D}" dt="2024-12-19T19:48:35.014" v="1918" actId="113"/>
          <ac:spMkLst>
            <pc:docMk/>
            <pc:sldMk cId="896670042" sldId="313"/>
            <ac:spMk id="358" creationId="{00000000-0000-0000-0000-000000000000}"/>
          </ac:spMkLst>
        </pc:spChg>
      </pc:sldChg>
      <pc:sldChg chg="modSp add mod">
        <pc:chgData name="Priscilla Nyamai" userId="d8e0452a-ae16-488e-aad4-f7f0f7049767" providerId="ADAL" clId="{A1A1DADF-9B8F-43D1-B93A-EC99A1FF923D}" dt="2024-12-19T19:06:41.397" v="1465" actId="14100"/>
        <pc:sldMkLst>
          <pc:docMk/>
          <pc:sldMk cId="902216233" sldId="314"/>
        </pc:sldMkLst>
        <pc:spChg chg="mod">
          <ac:chgData name="Priscilla Nyamai" userId="d8e0452a-ae16-488e-aad4-f7f0f7049767" providerId="ADAL" clId="{A1A1DADF-9B8F-43D1-B93A-EC99A1FF923D}" dt="2024-12-19T19:06:37.524" v="1464" actId="6549"/>
          <ac:spMkLst>
            <pc:docMk/>
            <pc:sldMk cId="902216233" sldId="314"/>
            <ac:spMk id="2" creationId="{E4A1F2FE-0883-6BE2-5AA2-7797B0916FC3}"/>
          </ac:spMkLst>
        </pc:spChg>
        <pc:picChg chg="mod">
          <ac:chgData name="Priscilla Nyamai" userId="d8e0452a-ae16-488e-aad4-f7f0f7049767" providerId="ADAL" clId="{A1A1DADF-9B8F-43D1-B93A-EC99A1FF923D}" dt="2024-12-19T19:06:41.397" v="1465" actId="14100"/>
          <ac:picMkLst>
            <pc:docMk/>
            <pc:sldMk cId="902216233" sldId="314"/>
            <ac:picMk id="5" creationId="{DD1FB517-D44E-1394-1573-FCCEF5B1D04B}"/>
          </ac:picMkLst>
        </pc:picChg>
      </pc:sldChg>
      <pc:sldChg chg="del">
        <pc:chgData name="Priscilla Nyamai" userId="d8e0452a-ae16-488e-aad4-f7f0f7049767" providerId="ADAL" clId="{A1A1DADF-9B8F-43D1-B93A-EC99A1FF923D}" dt="2024-12-17T19:45:08.201" v="373" actId="2696"/>
        <pc:sldMkLst>
          <pc:docMk/>
          <pc:sldMk cId="3088450302" sldId="314"/>
        </pc:sldMkLst>
      </pc:sldChg>
      <pc:sldChg chg="addSp delSp modSp mod">
        <pc:chgData name="Priscilla Nyamai" userId="d8e0452a-ae16-488e-aad4-f7f0f7049767" providerId="ADAL" clId="{A1A1DADF-9B8F-43D1-B93A-EC99A1FF923D}" dt="2024-12-19T19:04:28.428" v="1395" actId="6549"/>
        <pc:sldMkLst>
          <pc:docMk/>
          <pc:sldMk cId="0" sldId="315"/>
        </pc:sldMkLst>
        <pc:spChg chg="mod">
          <ac:chgData name="Priscilla Nyamai" userId="d8e0452a-ae16-488e-aad4-f7f0f7049767" providerId="ADAL" clId="{A1A1DADF-9B8F-43D1-B93A-EC99A1FF923D}" dt="2024-12-19T19:04:28.428" v="1395" actId="6549"/>
          <ac:spMkLst>
            <pc:docMk/>
            <pc:sldMk cId="0" sldId="315"/>
            <ac:spMk id="2" creationId="{9A08F108-F25D-1B27-29C4-D71A636507B4}"/>
          </ac:spMkLst>
        </pc:spChg>
        <pc:spChg chg="mod">
          <ac:chgData name="Priscilla Nyamai" userId="d8e0452a-ae16-488e-aad4-f7f0f7049767" providerId="ADAL" clId="{A1A1DADF-9B8F-43D1-B93A-EC99A1FF923D}" dt="2024-12-19T19:00:56.541" v="1375" actId="1076"/>
          <ac:spMkLst>
            <pc:docMk/>
            <pc:sldMk cId="0" sldId="315"/>
            <ac:spMk id="109" creationId="{00000000-0000-0000-0000-000000000000}"/>
          </ac:spMkLst>
        </pc:spChg>
        <pc:grpChg chg="del">
          <ac:chgData name="Priscilla Nyamai" userId="d8e0452a-ae16-488e-aad4-f7f0f7049767" providerId="ADAL" clId="{A1A1DADF-9B8F-43D1-B93A-EC99A1FF923D}" dt="2024-12-19T19:02:42.950" v="1387" actId="478"/>
          <ac:grpSpMkLst>
            <pc:docMk/>
            <pc:sldMk cId="0" sldId="315"/>
            <ac:grpSpMk id="8" creationId="{EB4EF5BB-885E-BA60-7F29-7390CC35D429}"/>
          </ac:grpSpMkLst>
        </pc:grpChg>
        <pc:picChg chg="add mod">
          <ac:chgData name="Priscilla Nyamai" userId="d8e0452a-ae16-488e-aad4-f7f0f7049767" providerId="ADAL" clId="{A1A1DADF-9B8F-43D1-B93A-EC99A1FF923D}" dt="2024-12-19T19:02:51.395" v="1389" actId="1076"/>
          <ac:picMkLst>
            <pc:docMk/>
            <pc:sldMk cId="0" sldId="315"/>
            <ac:picMk id="9" creationId="{3126DB67-103A-CBDE-8464-0FD2ADDB70CF}"/>
          </ac:picMkLst>
        </pc:picChg>
      </pc:sldChg>
      <pc:sldChg chg="addSp delSp modSp add mod">
        <pc:chgData name="Priscilla Nyamai" userId="d8e0452a-ae16-488e-aad4-f7f0f7049767" providerId="ADAL" clId="{A1A1DADF-9B8F-43D1-B93A-EC99A1FF923D}" dt="2024-12-19T19:13:29.842" v="1518" actId="12"/>
        <pc:sldMkLst>
          <pc:docMk/>
          <pc:sldMk cId="1829500701" sldId="316"/>
        </pc:sldMkLst>
        <pc:spChg chg="mod">
          <ac:chgData name="Priscilla Nyamai" userId="d8e0452a-ae16-488e-aad4-f7f0f7049767" providerId="ADAL" clId="{A1A1DADF-9B8F-43D1-B93A-EC99A1FF923D}" dt="2024-12-19T19:13:29.842" v="1518" actId="12"/>
          <ac:spMkLst>
            <pc:docMk/>
            <pc:sldMk cId="1829500701" sldId="316"/>
            <ac:spMk id="2" creationId="{18EC1585-E8B2-C65C-413B-7D88095F3C72}"/>
          </ac:spMkLst>
        </pc:spChg>
        <pc:spChg chg="mod">
          <ac:chgData name="Priscilla Nyamai" userId="d8e0452a-ae16-488e-aad4-f7f0f7049767" providerId="ADAL" clId="{A1A1DADF-9B8F-43D1-B93A-EC99A1FF923D}" dt="2024-12-19T19:09:03.777" v="1497" actId="1076"/>
          <ac:spMkLst>
            <pc:docMk/>
            <pc:sldMk cId="1829500701" sldId="316"/>
            <ac:spMk id="109" creationId="{DD49FB17-22C1-B5C3-3578-103C81E74E02}"/>
          </ac:spMkLst>
        </pc:spChg>
        <pc:picChg chg="add mod">
          <ac:chgData name="Priscilla Nyamai" userId="d8e0452a-ae16-488e-aad4-f7f0f7049767" providerId="ADAL" clId="{A1A1DADF-9B8F-43D1-B93A-EC99A1FF923D}" dt="2024-12-19T19:12:35.818" v="1516" actId="1076"/>
          <ac:picMkLst>
            <pc:docMk/>
            <pc:sldMk cId="1829500701" sldId="316"/>
            <ac:picMk id="4" creationId="{6E73DA54-F259-538C-8519-E88D0CDA3E36}"/>
          </ac:picMkLst>
        </pc:picChg>
        <pc:picChg chg="del mod">
          <ac:chgData name="Priscilla Nyamai" userId="d8e0452a-ae16-488e-aad4-f7f0f7049767" providerId="ADAL" clId="{A1A1DADF-9B8F-43D1-B93A-EC99A1FF923D}" dt="2024-12-19T19:12:30.705" v="1514" actId="478"/>
          <ac:picMkLst>
            <pc:docMk/>
            <pc:sldMk cId="1829500701" sldId="316"/>
            <ac:picMk id="9" creationId="{EA36184E-0BCA-A6E3-74F3-133E3AA7003B}"/>
          </ac:picMkLst>
        </pc:picChg>
      </pc:sldChg>
      <pc:sldChg chg="addSp delSp modSp mod">
        <pc:chgData name="Priscilla Nyamai" userId="d8e0452a-ae16-488e-aad4-f7f0f7049767" providerId="ADAL" clId="{A1A1DADF-9B8F-43D1-B93A-EC99A1FF923D}" dt="2024-12-19T19:24:52.804" v="1586" actId="6549"/>
        <pc:sldMkLst>
          <pc:docMk/>
          <pc:sldMk cId="188968316" sldId="317"/>
        </pc:sldMkLst>
        <pc:spChg chg="mod">
          <ac:chgData name="Priscilla Nyamai" userId="d8e0452a-ae16-488e-aad4-f7f0f7049767" providerId="ADAL" clId="{A1A1DADF-9B8F-43D1-B93A-EC99A1FF923D}" dt="2024-12-19T19:24:52.804" v="1586" actId="6549"/>
          <ac:spMkLst>
            <pc:docMk/>
            <pc:sldMk cId="188968316" sldId="317"/>
            <ac:spMk id="2" creationId="{FA8A801D-6C7C-AD47-F17D-AD38FC09DA88}"/>
          </ac:spMkLst>
        </pc:spChg>
        <pc:spChg chg="mod">
          <ac:chgData name="Priscilla Nyamai" userId="d8e0452a-ae16-488e-aad4-f7f0f7049767" providerId="ADAL" clId="{A1A1DADF-9B8F-43D1-B93A-EC99A1FF923D}" dt="2024-12-19T19:20:38.008" v="1559"/>
          <ac:spMkLst>
            <pc:docMk/>
            <pc:sldMk cId="188968316" sldId="317"/>
            <ac:spMk id="109" creationId="{17F6922C-8872-7909-EDCF-C13745BE8837}"/>
          </ac:spMkLst>
        </pc:spChg>
        <pc:picChg chg="del">
          <ac:chgData name="Priscilla Nyamai" userId="d8e0452a-ae16-488e-aad4-f7f0f7049767" providerId="ADAL" clId="{A1A1DADF-9B8F-43D1-B93A-EC99A1FF923D}" dt="2024-12-19T19:20:12.302" v="1556" actId="478"/>
          <ac:picMkLst>
            <pc:docMk/>
            <pc:sldMk cId="188968316" sldId="317"/>
            <ac:picMk id="4" creationId="{2CA37B85-80D0-50EE-D262-0B5A3A789C43}"/>
          </ac:picMkLst>
        </pc:picChg>
        <pc:picChg chg="add mod">
          <ac:chgData name="Priscilla Nyamai" userId="d8e0452a-ae16-488e-aad4-f7f0f7049767" providerId="ADAL" clId="{A1A1DADF-9B8F-43D1-B93A-EC99A1FF923D}" dt="2024-12-19T19:20:16.071" v="1558" actId="1076"/>
          <ac:picMkLst>
            <pc:docMk/>
            <pc:sldMk cId="188968316" sldId="317"/>
            <ac:picMk id="5" creationId="{72249509-E429-D46C-D5B2-53712B07E63F}"/>
          </ac:picMkLst>
        </pc:picChg>
      </pc:sldChg>
      <pc:sldMasterChg chg="del delSldLayout">
        <pc:chgData name="Priscilla Nyamai" userId="d8e0452a-ae16-488e-aad4-f7f0f7049767" providerId="ADAL" clId="{A1A1DADF-9B8F-43D1-B93A-EC99A1FF923D}" dt="2024-12-17T19:45:08.201" v="373" actId="2696"/>
        <pc:sldMasterMkLst>
          <pc:docMk/>
          <pc:sldMasterMk cId="0" sldId="2147483648"/>
        </pc:sldMasterMkLst>
        <pc:sldLayoutChg chg="del">
          <pc:chgData name="Priscilla Nyamai" userId="d8e0452a-ae16-488e-aad4-f7f0f7049767" providerId="ADAL" clId="{A1A1DADF-9B8F-43D1-B93A-EC99A1FF923D}" dt="2024-12-17T19:45:08.201" v="373" actId="2696"/>
          <pc:sldLayoutMkLst>
            <pc:docMk/>
            <pc:sldMasterMk cId="0" sldId="2147483648"/>
            <pc:sldLayoutMk cId="0" sldId="2147483650"/>
          </pc:sldLayoutMkLst>
        </pc:sldLayoutChg>
        <pc:sldLayoutChg chg="del">
          <pc:chgData name="Priscilla Nyamai" userId="d8e0452a-ae16-488e-aad4-f7f0f7049767" providerId="ADAL" clId="{A1A1DADF-9B8F-43D1-B93A-EC99A1FF923D}" dt="2024-12-17T19:45:08.201" v="373" actId="2696"/>
          <pc:sldLayoutMkLst>
            <pc:docMk/>
            <pc:sldMasterMk cId="0" sldId="2147483648"/>
            <pc:sldLayoutMk cId="0" sldId="2147483651"/>
          </pc:sldLayoutMkLst>
        </pc:sldLayoutChg>
        <pc:sldLayoutChg chg="del">
          <pc:chgData name="Priscilla Nyamai" userId="d8e0452a-ae16-488e-aad4-f7f0f7049767" providerId="ADAL" clId="{A1A1DADF-9B8F-43D1-B93A-EC99A1FF923D}" dt="2024-12-17T19:45:08.201" v="373" actId="2696"/>
          <pc:sldLayoutMkLst>
            <pc:docMk/>
            <pc:sldMasterMk cId="0" sldId="2147483648"/>
            <pc:sldLayoutMk cId="0" sldId="2147483652"/>
          </pc:sldLayoutMkLst>
        </pc:sldLayoutChg>
        <pc:sldLayoutChg chg="del">
          <pc:chgData name="Priscilla Nyamai" userId="d8e0452a-ae16-488e-aad4-f7f0f7049767" providerId="ADAL" clId="{A1A1DADF-9B8F-43D1-B93A-EC99A1FF923D}" dt="2024-12-17T19:45:08.201" v="373" actId="2696"/>
          <pc:sldLayoutMkLst>
            <pc:docMk/>
            <pc:sldMasterMk cId="0" sldId="2147483648"/>
            <pc:sldLayoutMk cId="0" sldId="2147483653"/>
          </pc:sldLayoutMkLst>
        </pc:sldLayoutChg>
        <pc:sldLayoutChg chg="del">
          <pc:chgData name="Priscilla Nyamai" userId="d8e0452a-ae16-488e-aad4-f7f0f7049767" providerId="ADAL" clId="{A1A1DADF-9B8F-43D1-B93A-EC99A1FF923D}" dt="2024-12-17T19:45:08.201" v="373" actId="2696"/>
          <pc:sldLayoutMkLst>
            <pc:docMk/>
            <pc:sldMasterMk cId="0" sldId="2147483648"/>
            <pc:sldLayoutMk cId="0" sldId="2147483654"/>
          </pc:sldLayoutMkLst>
        </pc:sldLayoutChg>
        <pc:sldLayoutChg chg="del">
          <pc:chgData name="Priscilla Nyamai" userId="d8e0452a-ae16-488e-aad4-f7f0f7049767" providerId="ADAL" clId="{A1A1DADF-9B8F-43D1-B93A-EC99A1FF923D}" dt="2024-12-17T19:45:08.201" v="373" actId="2696"/>
          <pc:sldLayoutMkLst>
            <pc:docMk/>
            <pc:sldMasterMk cId="0" sldId="2147483648"/>
            <pc:sldLayoutMk cId="0" sldId="2147483655"/>
          </pc:sldLayoutMkLst>
        </pc:sldLayoutChg>
        <pc:sldLayoutChg chg="del">
          <pc:chgData name="Priscilla Nyamai" userId="d8e0452a-ae16-488e-aad4-f7f0f7049767" providerId="ADAL" clId="{A1A1DADF-9B8F-43D1-B93A-EC99A1FF923D}" dt="2024-12-17T19:45:08.201" v="373" actId="2696"/>
          <pc:sldLayoutMkLst>
            <pc:docMk/>
            <pc:sldMasterMk cId="0" sldId="2147483648"/>
            <pc:sldLayoutMk cId="0" sldId="2147483656"/>
          </pc:sldLayoutMkLst>
        </pc:sldLayoutChg>
        <pc:sldLayoutChg chg="del">
          <pc:chgData name="Priscilla Nyamai" userId="d8e0452a-ae16-488e-aad4-f7f0f7049767" providerId="ADAL" clId="{A1A1DADF-9B8F-43D1-B93A-EC99A1FF923D}" dt="2024-12-17T19:45:08.201" v="373" actId="2696"/>
          <pc:sldLayoutMkLst>
            <pc:docMk/>
            <pc:sldMasterMk cId="0" sldId="2147483648"/>
            <pc:sldLayoutMk cId="0" sldId="2147483657"/>
          </pc:sldLayoutMkLst>
        </pc:sldLayoutChg>
        <pc:sldLayoutChg chg="del">
          <pc:chgData name="Priscilla Nyamai" userId="d8e0452a-ae16-488e-aad4-f7f0f7049767" providerId="ADAL" clId="{A1A1DADF-9B8F-43D1-B93A-EC99A1FF923D}" dt="2024-12-17T19:45:08.201" v="373" actId="2696"/>
          <pc:sldLayoutMkLst>
            <pc:docMk/>
            <pc:sldMasterMk cId="0" sldId="2147483648"/>
            <pc:sldLayoutMk cId="0" sldId="2147483658"/>
          </pc:sldLayoutMkLst>
        </pc:sldLayoutChg>
        <pc:sldLayoutChg chg="del">
          <pc:chgData name="Priscilla Nyamai" userId="d8e0452a-ae16-488e-aad4-f7f0f7049767" providerId="ADAL" clId="{A1A1DADF-9B8F-43D1-B93A-EC99A1FF923D}" dt="2024-12-17T19:45:08.201" v="373" actId="2696"/>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7739" cy="471054"/>
          </a:xfrm>
          <a:prstGeom prst="rect">
            <a:avLst/>
          </a:prstGeom>
          <a:noFill/>
          <a:ln>
            <a:noFill/>
          </a:ln>
        </p:spPr>
        <p:txBody>
          <a:bodyPr spcFirstLastPara="1" wrap="square" lIns="94225" tIns="47100" rIns="94225" bIns="471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4023092" y="0"/>
            <a:ext cx="3077739" cy="471054"/>
          </a:xfrm>
          <a:prstGeom prst="rect">
            <a:avLst/>
          </a:prstGeom>
          <a:noFill/>
          <a:ln>
            <a:noFill/>
          </a:ln>
        </p:spPr>
        <p:txBody>
          <a:bodyPr spcFirstLastPara="1" wrap="square" lIns="94225" tIns="47100" rIns="94225" bIns="471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917422"/>
            <a:ext cx="3077739" cy="471053"/>
          </a:xfrm>
          <a:prstGeom prst="rect">
            <a:avLst/>
          </a:prstGeom>
          <a:noFill/>
          <a:ln>
            <a:noFill/>
          </a:ln>
        </p:spPr>
        <p:txBody>
          <a:bodyPr spcFirstLastPara="1" wrap="square" lIns="94225" tIns="47100" rIns="94225" bIns="471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87" name="Google Shape;87;p1: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a:t>
            </a:fld>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87" name="Google Shape;87;p1: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a:t>
            </a:fld>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016069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58: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01" name="Google Shape;101;p58: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3: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3: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a:t>
            </a:fld>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9: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59: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17" name="Google Shape;117;p59: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C353F24-5113-BBB6-56CD-E1E0C93252FA}"/>
            </a:ext>
          </a:extLst>
        </p:cNvPr>
        <p:cNvGrpSpPr/>
        <p:nvPr/>
      </p:nvGrpSpPr>
      <p:grpSpPr>
        <a:xfrm>
          <a:off x="0" y="0"/>
          <a:ext cx="0" cy="0"/>
          <a:chOff x="0" y="0"/>
          <a:chExt cx="0" cy="0"/>
        </a:xfrm>
      </p:grpSpPr>
      <p:sp>
        <p:nvSpPr>
          <p:cNvPr id="115" name="Google Shape;115;p59:notes">
            <a:extLst>
              <a:ext uri="{FF2B5EF4-FFF2-40B4-BE49-F238E27FC236}">
                <a16:creationId xmlns:a16="http://schemas.microsoft.com/office/drawing/2014/main" id="{C4FC162D-9935-5215-4A71-59EAD9015D16}"/>
              </a:ext>
            </a:extLst>
          </p:cNvPr>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59:notes">
            <a:extLst>
              <a:ext uri="{FF2B5EF4-FFF2-40B4-BE49-F238E27FC236}">
                <a16:creationId xmlns:a16="http://schemas.microsoft.com/office/drawing/2014/main" id="{F5E9280F-6BE8-D3D9-B663-D59FE89C40C2}"/>
              </a:ext>
            </a:extLst>
          </p:cNvPr>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17" name="Google Shape;117;p59:notes">
            <a:extLst>
              <a:ext uri="{FF2B5EF4-FFF2-40B4-BE49-F238E27FC236}">
                <a16:creationId xmlns:a16="http://schemas.microsoft.com/office/drawing/2014/main" id="{B926730D-71A4-2B8A-3DB6-028518EB1B05}"/>
              </a:ext>
            </a:extLst>
          </p:cNvPr>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a:t>
            </a:fld>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863122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3: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3: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7</a:t>
            </a:fld>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A56DD17-663C-4DFC-F066-48BDF9F0B54B}"/>
            </a:ext>
          </a:extLst>
        </p:cNvPr>
        <p:cNvGrpSpPr/>
        <p:nvPr/>
      </p:nvGrpSpPr>
      <p:grpSpPr>
        <a:xfrm>
          <a:off x="0" y="0"/>
          <a:ext cx="0" cy="0"/>
          <a:chOff x="0" y="0"/>
          <a:chExt cx="0" cy="0"/>
        </a:xfrm>
      </p:grpSpPr>
      <p:sp>
        <p:nvSpPr>
          <p:cNvPr id="105" name="Google Shape;105;p3:notes">
            <a:extLst>
              <a:ext uri="{FF2B5EF4-FFF2-40B4-BE49-F238E27FC236}">
                <a16:creationId xmlns:a16="http://schemas.microsoft.com/office/drawing/2014/main" id="{AB955CE2-1D21-5AB4-4EF9-2B9831BC9249}"/>
              </a:ext>
            </a:extLst>
          </p:cNvPr>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3:notes">
            <a:extLst>
              <a:ext uri="{FF2B5EF4-FFF2-40B4-BE49-F238E27FC236}">
                <a16:creationId xmlns:a16="http://schemas.microsoft.com/office/drawing/2014/main" id="{6AA570B0-09B9-1B87-0127-E2E4DB68608F}"/>
              </a:ext>
            </a:extLst>
          </p:cNvPr>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3:notes">
            <a:extLst>
              <a:ext uri="{FF2B5EF4-FFF2-40B4-BE49-F238E27FC236}">
                <a16:creationId xmlns:a16="http://schemas.microsoft.com/office/drawing/2014/main" id="{00C31DF9-167E-365C-D2FA-E6447C860E8C}"/>
              </a:ext>
            </a:extLst>
          </p:cNvPr>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8</a:t>
            </a:fld>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106301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48" name="Google Shape;148;p6: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581FDE0-F8EC-B09E-DDB4-8CFF4FEECA3F}"/>
            </a:ext>
          </a:extLst>
        </p:cNvPr>
        <p:cNvGrpSpPr/>
        <p:nvPr/>
      </p:nvGrpSpPr>
      <p:grpSpPr>
        <a:xfrm>
          <a:off x="0" y="0"/>
          <a:ext cx="0" cy="0"/>
          <a:chOff x="0" y="0"/>
          <a:chExt cx="0" cy="0"/>
        </a:xfrm>
      </p:grpSpPr>
      <p:sp>
        <p:nvSpPr>
          <p:cNvPr id="105" name="Google Shape;105;p3:notes">
            <a:extLst>
              <a:ext uri="{FF2B5EF4-FFF2-40B4-BE49-F238E27FC236}">
                <a16:creationId xmlns:a16="http://schemas.microsoft.com/office/drawing/2014/main" id="{9A0AB480-1606-C511-F257-A6644458FDD7}"/>
              </a:ext>
            </a:extLst>
          </p:cNvPr>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3:notes">
            <a:extLst>
              <a:ext uri="{FF2B5EF4-FFF2-40B4-BE49-F238E27FC236}">
                <a16:creationId xmlns:a16="http://schemas.microsoft.com/office/drawing/2014/main" id="{E7455877-C44B-0061-6CB4-2F2FE78E9CE1}"/>
              </a:ext>
            </a:extLst>
          </p:cNvPr>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3:notes">
            <a:extLst>
              <a:ext uri="{FF2B5EF4-FFF2-40B4-BE49-F238E27FC236}">
                <a16:creationId xmlns:a16="http://schemas.microsoft.com/office/drawing/2014/main" id="{EF32ADD5-EEC0-C30A-657D-A0A98020106E}"/>
              </a:ext>
            </a:extLst>
          </p:cNvPr>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10</a:t>
            </a:fld>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736746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9: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66" name="Google Shape;166;p9: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8: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74" name="Google Shape;174;p8: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81" name="Google Shape;181;p10: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81" name="Google Shape;181;p10: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06243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2: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87" name="Google Shape;187;p12: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196" name="Google Shape;196;p13: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4: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03" name="Google Shape;203;p14: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5: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12" name="Google Shape;212;p15: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61: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19" name="Google Shape;219;p61: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6: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28" name="Google Shape;228;p16: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62: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37" name="Google Shape;237;p62: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7: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44" name="Google Shape;244;p17: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8: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53" name="Google Shape;253;p18: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9: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60" name="Google Shape;260;p19: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0: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69" name="Google Shape;269;p20: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1: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78" name="Google Shape;278;p21: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2: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84" name="Google Shape;284;p22: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3: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291" name="Google Shape;291;p23: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4: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00" name="Google Shape;300;p24: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5: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07" name="Google Shape;307;p25: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6: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16" name="Google Shape;316;p26: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63: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22" name="Google Shape;322;p63: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7: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27" name="Google Shape;327;p27: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64: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33" name="Google Shape;333;p64: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8: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39" name="Google Shape;339;p28: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0: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55" name="Google Shape;355;p30: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0: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55" name="Google Shape;355;p30: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19051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1: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65" name="Google Shape;365;p31: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2: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71" name="Google Shape;371;p32: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3: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79" name="Google Shape;379;p33: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4: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87" name="Google Shape;387;p34: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5: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395" name="Google Shape;395;p35: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6: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09" name="Google Shape;409;p36: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7: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16" name="Google Shape;416;p37: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8: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22" name="Google Shape;422;p38: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9: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31" name="Google Shape;431;p39: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40: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46" name="Google Shape;446;p40: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1: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53" name="Google Shape;453;p41: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42: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60" name="Google Shape;460;p42: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43: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68" name="Google Shape;468;p43: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4: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74" name="Google Shape;474;p44: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65: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80" name="Google Shape;480;p65: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66: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85" name="Google Shape;485;p66: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7: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91" name="Google Shape;491;p67: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45: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lnSpc>
                <a:spcPct val="100000"/>
              </a:lnSpc>
              <a:spcBef>
                <a:spcPts val="0"/>
              </a:spcBef>
              <a:spcAft>
                <a:spcPts val="0"/>
              </a:spcAft>
              <a:buSzPts val="1400"/>
              <a:buNone/>
            </a:pPr>
            <a:endParaRPr dirty="0"/>
          </a:p>
        </p:txBody>
      </p:sp>
      <p:sp>
        <p:nvSpPr>
          <p:cNvPr id="496" name="Google Shape;496;p45:notes"/>
          <p:cNvSpPr>
            <a:spLocks noGrp="1" noRot="1" noChangeAspect="1"/>
          </p:cNvSpPr>
          <p:nvPr>
            <p:ph type="sldImg" idx="2"/>
          </p:nvPr>
        </p:nvSpPr>
        <p:spPr>
          <a:xfrm>
            <a:off x="1438275" y="1173163"/>
            <a:ext cx="4225925"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47"/>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7"/>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4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0" name="Google Shape;20;p4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867416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5" name="Google Shape;25;p4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6" name="Google Shape;26;p4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3143396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49"/>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9"/>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1" name="Google Shape;31;p4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2" name="Google Shape;32;p4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5236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5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0"/>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0"/>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8" name="Google Shape;38;p5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9" name="Google Shape;39;p5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1432669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51"/>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1"/>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51"/>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51"/>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51"/>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7" name="Google Shape;47;p5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8" name="Google Shape;48;p5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1488478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5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2" name="Google Shape;52;p5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3" name="Google Shape;53;p5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3087858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5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6" name="Google Shape;56;p5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7" name="Google Shape;57;p5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906762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54"/>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4"/>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4"/>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3" name="Google Shape;63;p5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4" name="Google Shape;64;p5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3085109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5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5"/>
          <p:cNvSpPr>
            <a:spLocks noGrp="1"/>
          </p:cNvSpPr>
          <p:nvPr>
            <p:ph type="pic" idx="2"/>
          </p:nvPr>
        </p:nvSpPr>
        <p:spPr>
          <a:xfrm>
            <a:off x="3887391" y="987426"/>
            <a:ext cx="4629150" cy="4873625"/>
          </a:xfrm>
          <a:prstGeom prst="rect">
            <a:avLst/>
          </a:prstGeom>
          <a:noFill/>
          <a:ln>
            <a:noFill/>
          </a:ln>
        </p:spPr>
      </p:sp>
      <p:sp>
        <p:nvSpPr>
          <p:cNvPr id="68" name="Google Shape;68;p55"/>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0" name="Google Shape;70;p5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1" name="Google Shape;71;p5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3871306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5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56"/>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6" name="Google Shape;76;p5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7" name="Google Shape;77;p5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1290359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57"/>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57"/>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2" name="Google Shape;82;p5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3" name="Google Shape;83;p5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1512751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6"/>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3" name="Google Shape;13;p4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4" name="Google Shape;14;p4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311249157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p:nvPr/>
        </p:nvSpPr>
        <p:spPr>
          <a:xfrm>
            <a:off x="87650" y="133326"/>
            <a:ext cx="8998544" cy="292383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Activity: Modeling ecosystem successional patterns in response to disturbances</a:t>
            </a:r>
            <a:endParaRPr kumimoji="0" sz="16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Calibri"/>
              <a:buAutoNum type="arabicPeriod"/>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Create a folder for this activity, and name it as desired, be sure to save it where you want, which could be on the desktop, within another folder in the computer, or on google docs. It is important to save this where you will be able to find it (not on the downloads folder).</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Calibri"/>
              <a:buAutoNum type="arabicPeriod"/>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Download all the files provided for this activity and save them in the folder.</a:t>
            </a:r>
          </a:p>
          <a:p>
            <a:pPr marL="800100" marR="0" lvl="1" indent="-342900" algn="l" defTabSz="914400" rtl="0" eaLnBrk="1" fontAlgn="auto" latinLnBrk="0" hangingPunct="1">
              <a:lnSpc>
                <a:spcPct val="100000"/>
              </a:lnSpc>
              <a:spcBef>
                <a:spcPts val="0"/>
              </a:spcBef>
              <a:spcAft>
                <a:spcPts val="0"/>
              </a:spcAft>
              <a:buClr>
                <a:srgbClr val="000000"/>
              </a:buClr>
              <a:buSzPts val="1600"/>
              <a:buFont typeface="Calibri"/>
              <a:buAutoNum type="arabicPeriod"/>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Open a new Word document and save it in the folder. This document is where you will paste all your output and respond to questions as part of the assignment for this activity. Once you start the activities, remember to keep saving this Word document frequently so you do not lose your work.</a:t>
            </a:r>
          </a:p>
          <a:p>
            <a:pPr marL="800100" marR="0" lvl="1" indent="-342900" algn="l" defTabSz="914400" rtl="0" eaLnBrk="1" fontAlgn="auto" latinLnBrk="0" hangingPunct="1">
              <a:lnSpc>
                <a:spcPct val="100000"/>
              </a:lnSpc>
              <a:spcBef>
                <a:spcPts val="0"/>
              </a:spcBef>
              <a:spcAft>
                <a:spcPts val="0"/>
              </a:spcAft>
              <a:buClr>
                <a:srgbClr val="000000"/>
              </a:buClr>
              <a:buSzPts val="1600"/>
              <a:buFont typeface="Calibri"/>
              <a:buAutoNum type="arabicPeriod"/>
              <a:tabLst/>
              <a:defRPr/>
            </a:pP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Calibri"/>
              <a:buAutoNum type="arabicPeriod"/>
              <a:tabLst/>
              <a:defRPr/>
            </a:pPr>
            <a:endParaRPr kumimoji="0" sz="20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285750" marR="0" lvl="0" indent="-18415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2000" b="0" i="0" u="none" strike="noStrike" kern="0" cap="none" spc="0" normalizeH="0" baseline="0" noProof="0" dirty="0">
              <a:ln>
                <a:noFill/>
              </a:ln>
              <a:solidFill>
                <a:srgbClr val="0000FF"/>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2" name="Slide Number Placeholder 1">
            <a:extLst>
              <a:ext uri="{FF2B5EF4-FFF2-40B4-BE49-F238E27FC236}">
                <a16:creationId xmlns:a16="http://schemas.microsoft.com/office/drawing/2014/main" id="{B211F5FE-769D-F1FB-6A1D-BB88596BF4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90" name="Google Shape;90;p1"/>
          <p:cNvPicPr preferRelativeResize="0"/>
          <p:nvPr/>
        </p:nvPicPr>
        <p:blipFill rotWithShape="1">
          <a:blip r:embed="rId3">
            <a:alphaModFix/>
          </a:blip>
          <a:srcRect b="7730"/>
          <a:stretch/>
        </p:blipFill>
        <p:spPr>
          <a:xfrm>
            <a:off x="1308538" y="3294992"/>
            <a:ext cx="6931571" cy="3520966"/>
          </a:xfrm>
          <a:prstGeom prst="rect">
            <a:avLst/>
          </a:prstGeom>
          <a:noFill/>
          <a:ln>
            <a:noFill/>
          </a:ln>
        </p:spPr>
      </p:pic>
      <p:sp>
        <p:nvSpPr>
          <p:cNvPr id="2" name="Subtitle 2">
            <a:extLst>
              <a:ext uri="{FF2B5EF4-FFF2-40B4-BE49-F238E27FC236}">
                <a16:creationId xmlns:a16="http://schemas.microsoft.com/office/drawing/2014/main" id="{39D07E06-D843-1C95-4B1F-684155D213B9}"/>
              </a:ext>
            </a:extLst>
          </p:cNvPr>
          <p:cNvSpPr txBox="1">
            <a:spLocks/>
          </p:cNvSpPr>
          <p:nvPr/>
        </p:nvSpPr>
        <p:spPr>
          <a:xfrm>
            <a:off x="194441" y="136524"/>
            <a:ext cx="8865476" cy="310066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0"/>
              </a:spcBef>
              <a:spcAft>
                <a:spcPts val="0"/>
              </a:spcAft>
              <a:buClr>
                <a:srgbClr val="000000"/>
              </a:buClr>
              <a:buSzPts val="2400"/>
              <a:buFont typeface="Arial"/>
              <a:buNone/>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begin:</a:t>
            </a:r>
          </a:p>
          <a:p>
            <a:pPr marL="0" marR="0" lvl="0" indent="0" algn="l" defTabSz="914400" rtl="0" eaLnBrk="1" fontAlgn="auto" latinLnBrk="0" hangingPunct="1">
              <a:lnSpc>
                <a:spcPct val="90000"/>
              </a:lnSpc>
              <a:spcBef>
                <a:spcPts val="0"/>
              </a:spcBef>
              <a:spcAft>
                <a:spcPts val="0"/>
              </a:spcAft>
              <a:buClr>
                <a:srgbClr val="000000"/>
              </a:buClr>
              <a:buSzPts val="2400"/>
              <a:buFont typeface="Arial"/>
              <a:buNone/>
              <a:tabLst/>
              <a:defRPr/>
            </a:pP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283464" marR="0" lvl="0" indent="-283464" algn="l" defTabSz="914400" rtl="0" eaLnBrk="1" fontAlgn="auto" latinLnBrk="0" hangingPunct="1">
              <a:lnSpc>
                <a:spcPct val="90000"/>
              </a:lnSpc>
              <a:spcBef>
                <a:spcPts val="0"/>
              </a:spcBef>
              <a:spcAft>
                <a:spcPts val="0"/>
              </a:spcAft>
              <a:buClr>
                <a:srgbClr val="000000"/>
              </a:buClr>
              <a:buSzPts val="24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Open SyncroSim by clicking the windows tab on your computer and clicking apps to select it from the list of apps, or by searching for it using the search box that is right next to your windows tab. </a:t>
            </a:r>
          </a:p>
          <a:p>
            <a:pPr marL="283464" marR="0" lvl="0" indent="-283464" algn="l" defTabSz="914400" rtl="0" eaLnBrk="1" fontAlgn="auto" latinLnBrk="0" hangingPunct="1">
              <a:lnSpc>
                <a:spcPct val="90000"/>
              </a:lnSpc>
              <a:spcBef>
                <a:spcPts val="0"/>
              </a:spcBef>
              <a:spcAft>
                <a:spcPts val="0"/>
              </a:spcAft>
              <a:buClr>
                <a:srgbClr val="000000"/>
              </a:buClr>
              <a:buSzPts val="24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open, your workspace should look something similar to the screen below, when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SyncroSim</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is opened for the first time.</a:t>
            </a:r>
          </a:p>
          <a:p>
            <a:pPr marL="740664" marR="0" lvl="1" indent="-283464" algn="l" defTabSz="914400" rtl="0" eaLnBrk="1" fontAlgn="auto" latinLnBrk="0" hangingPunct="1">
              <a:lnSpc>
                <a:spcPct val="90000"/>
              </a:lnSpc>
              <a:spcBef>
                <a:spcPts val="0"/>
              </a:spcBef>
              <a:spcAft>
                <a:spcPts val="0"/>
              </a:spcAft>
              <a:buClr>
                <a:srgbClr val="000000"/>
              </a:buClr>
              <a:buSzPts val="20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you had worked on SyncroSim before on the same computer, and are opening it again after that initial time, files from previous work may have been saved in the workspace and will show up on the library explorer pane to the left of the screen. </a:t>
            </a:r>
          </a:p>
          <a:p>
            <a:pPr marL="740664" marR="0" lvl="1" indent="-283464" algn="l" defTabSz="914400" rtl="0" eaLnBrk="1" fontAlgn="auto" latinLnBrk="0" hangingPunct="1">
              <a:lnSpc>
                <a:spcPct val="90000"/>
              </a:lnSpc>
              <a:spcBef>
                <a:spcPts val="0"/>
              </a:spcBef>
              <a:spcAft>
                <a:spcPts val="0"/>
              </a:spcAft>
              <a:buClr>
                <a:srgbClr val="000000"/>
              </a:buClr>
              <a:buSzPts val="20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this happens, delete these file(s) by right clicking each and selecting “close” in the options that come up. </a:t>
            </a:r>
          </a:p>
          <a:p>
            <a:pPr marL="740664" marR="0" lvl="1" indent="-283464" algn="l" defTabSz="914400" rtl="0" eaLnBrk="1" fontAlgn="auto" latinLnBrk="0" hangingPunct="1">
              <a:lnSpc>
                <a:spcPct val="90000"/>
              </a:lnSpc>
              <a:spcBef>
                <a:spcPts val="0"/>
              </a:spcBef>
              <a:spcAft>
                <a:spcPts val="0"/>
              </a:spcAft>
              <a:buClr>
                <a:srgbClr val="000000"/>
              </a:buClr>
              <a:buSzPts val="20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Once that pane has no files in it,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red x tab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the top right corner of that pane to remove the pane, then click the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save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tab in the list of tabs at the top panel to save these settings. This will leave the workspace clear as shown in the image below.</a:t>
            </a:r>
          </a:p>
          <a:p>
            <a:pPr marL="283464" marR="0" lvl="0" indent="-283464" algn="l" defTabSz="914400" rtl="0" eaLnBrk="1" fontAlgn="auto" latinLnBrk="0" hangingPunct="1">
              <a:lnSpc>
                <a:spcPct val="90000"/>
              </a:lnSpc>
              <a:spcBef>
                <a:spcPts val="0"/>
              </a:spcBef>
              <a:spcAft>
                <a:spcPts val="0"/>
              </a:spcAft>
              <a:buClr>
                <a:srgbClr val="000000"/>
              </a:buClr>
              <a:buSzPts val="2400"/>
              <a:buFont typeface="Arial" panose="020B0604020202020204" pitchFamily="34" charset="0"/>
              <a:buChar char="•"/>
              <a:tabLst/>
              <a:defRPr/>
            </a:pP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457200" marR="0" lvl="0" indent="-406400" algn="l" defTabSz="914400" rtl="0" eaLnBrk="1" fontAlgn="auto" latinLnBrk="0" hangingPunct="1">
              <a:lnSpc>
                <a:spcPct val="90000"/>
              </a:lnSpc>
              <a:spcBef>
                <a:spcPts val="1000"/>
              </a:spcBef>
              <a:spcAft>
                <a:spcPts val="0"/>
              </a:spcAft>
              <a:buClr>
                <a:srgbClr val="000000"/>
              </a:buClr>
              <a:buSzPts val="2400"/>
              <a:buFont typeface="Arial" panose="020B0604020202020204" pitchFamily="34" charset="0"/>
              <a:buChar char="•"/>
              <a:tabLst/>
              <a:defRPr/>
            </a:pP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3" name="Slide Number Placeholder 2">
            <a:extLst>
              <a:ext uri="{FF2B5EF4-FFF2-40B4-BE49-F238E27FC236}">
                <a16:creationId xmlns:a16="http://schemas.microsoft.com/office/drawing/2014/main" id="{F2C8127B-59E7-5B82-AF1E-AE88DE3912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extLst>
      <p:ext uri="{BB962C8B-B14F-4D97-AF65-F5344CB8AC3E}">
        <p14:creationId xmlns:p14="http://schemas.microsoft.com/office/powerpoint/2010/main" val="1374502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58"/>
          <p:cNvSpPr txBox="1"/>
          <p:nvPr/>
        </p:nvSpPr>
        <p:spPr>
          <a:xfrm>
            <a:off x="164883" y="2389162"/>
            <a:ext cx="8814233" cy="70784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Part 1: Understanding the SyncroSim modeling environment and displaying normal succession classes in your ecosystem</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lide Number Placeholder 1">
            <a:extLst>
              <a:ext uri="{FF2B5EF4-FFF2-40B4-BE49-F238E27FC236}">
                <a16:creationId xmlns:a16="http://schemas.microsoft.com/office/drawing/2014/main" id="{848E6D6E-4202-8F95-F686-461F6567CF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p:nvPr/>
        </p:nvSpPr>
        <p:spPr>
          <a:xfrm>
            <a:off x="900198" y="92668"/>
            <a:ext cx="7471292"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A. Bring into the workspace the </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library </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file that you are going to work on</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ubtitle 2">
            <a:extLst>
              <a:ext uri="{FF2B5EF4-FFF2-40B4-BE49-F238E27FC236}">
                <a16:creationId xmlns:a16="http://schemas.microsoft.com/office/drawing/2014/main" id="{9A08F108-F25D-1B27-29C4-D71A636507B4}"/>
              </a:ext>
            </a:extLst>
          </p:cNvPr>
          <p:cNvSpPr>
            <a:spLocks noGrp="1"/>
          </p:cNvSpPr>
          <p:nvPr>
            <p:ph type="subTitle" idx="1"/>
          </p:nvPr>
        </p:nvSpPr>
        <p:spPr>
          <a:xfrm>
            <a:off x="187872" y="464450"/>
            <a:ext cx="8768256" cy="2735448"/>
          </a:xfrm>
        </p:spPr>
        <p:txBody>
          <a:bodyPr>
            <a:noAutofit/>
          </a:bodyPr>
          <a:lstStyle/>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get started, go to </a:t>
            </a:r>
            <a:r>
              <a:rPr lang="en-US" sz="1400" i="1" dirty="0">
                <a:latin typeface="Times New Roman" panose="02020603050405020304" pitchFamily="18" charset="0"/>
                <a:cs typeface="Times New Roman" panose="02020603050405020304" pitchFamily="18" charset="0"/>
              </a:rPr>
              <a:t>File</a:t>
            </a:r>
            <a:r>
              <a:rPr lang="en-US" sz="1400" dirty="0">
                <a:latin typeface="Times New Roman" panose="02020603050405020304" pitchFamily="18" charset="0"/>
                <a:cs typeface="Times New Roman" panose="02020603050405020304" pitchFamily="18" charset="0"/>
              </a:rPr>
              <a:t> then select </a:t>
            </a:r>
            <a:r>
              <a:rPr lang="en-US" sz="1400" i="1" dirty="0">
                <a:latin typeface="Times New Roman" panose="02020603050405020304" pitchFamily="18" charset="0"/>
                <a:cs typeface="Times New Roman" panose="02020603050405020304" pitchFamily="18" charset="0"/>
              </a:rPr>
              <a:t>Open</a:t>
            </a:r>
            <a:r>
              <a:rPr lang="en-US" sz="1400" dirty="0">
                <a:latin typeface="Times New Roman" panose="02020603050405020304" pitchFamily="18" charset="0"/>
                <a:cs typeface="Times New Roman" panose="02020603050405020304" pitchFamily="18" charset="0"/>
              </a:rPr>
              <a:t>. You’ll have to navigate to where you have the “oak.ssim” library file to get it. </a:t>
            </a:r>
          </a:p>
          <a:p>
            <a:pPr marL="740664" lvl="2"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additional pop-up boxes come up asking you to convert or update the file you just called in, follow the instructions on the screen to click “</a:t>
            </a:r>
            <a:r>
              <a:rPr lang="en-US" sz="1400" i="1" dirty="0">
                <a:latin typeface="Times New Roman" panose="02020603050405020304" pitchFamily="18" charset="0"/>
                <a:cs typeface="Times New Roman" panose="02020603050405020304" pitchFamily="18" charset="0"/>
              </a:rPr>
              <a:t>apply</a:t>
            </a:r>
            <a:r>
              <a:rPr lang="en-US" sz="1400" dirty="0">
                <a:latin typeface="Times New Roman" panose="02020603050405020304" pitchFamily="18" charset="0"/>
                <a:cs typeface="Times New Roman" panose="02020603050405020304" pitchFamily="18" charset="0"/>
              </a:rPr>
              <a:t>” or “</a:t>
            </a:r>
            <a:r>
              <a:rPr lang="en-US" sz="1400" i="1" dirty="0">
                <a:latin typeface="Times New Roman" panose="02020603050405020304" pitchFamily="18" charset="0"/>
                <a:cs typeface="Times New Roman" panose="02020603050405020304" pitchFamily="18" charset="0"/>
              </a:rPr>
              <a:t>OK</a:t>
            </a:r>
            <a:r>
              <a:rPr lang="en-US" sz="1400" dirty="0">
                <a:latin typeface="Times New Roman" panose="02020603050405020304" pitchFamily="18" charset="0"/>
                <a:cs typeface="Times New Roman" panose="02020603050405020304" pitchFamily="18" charset="0"/>
              </a:rPr>
              <a:t>” to convert it to the latest version</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Sometimes, other libraries from previous work may show up on the library explorer pane to the left of the screen when you call in the oak library. If this happens, delete these other libraries by </a:t>
            </a:r>
            <a:r>
              <a:rPr lang="en-US" sz="1400" i="1" dirty="0">
                <a:latin typeface="Times New Roman" panose="02020603050405020304" pitchFamily="18" charset="0"/>
                <a:cs typeface="Times New Roman" panose="02020603050405020304" pitchFamily="18" charset="0"/>
              </a:rPr>
              <a:t>right clicking each </a:t>
            </a:r>
            <a:r>
              <a:rPr lang="en-US" sz="1400" dirty="0">
                <a:latin typeface="Times New Roman" panose="02020603050405020304" pitchFamily="18" charset="0"/>
                <a:cs typeface="Times New Roman" panose="02020603050405020304" pitchFamily="18" charset="0"/>
              </a:rPr>
              <a:t>and selecting “</a:t>
            </a:r>
            <a:r>
              <a:rPr lang="en-US" sz="1400" i="1" dirty="0">
                <a:latin typeface="Times New Roman" panose="02020603050405020304" pitchFamily="18" charset="0"/>
                <a:cs typeface="Times New Roman" panose="02020603050405020304" pitchFamily="18" charset="0"/>
              </a:rPr>
              <a:t>close</a:t>
            </a:r>
            <a:r>
              <a:rPr lang="en-US" sz="1400" dirty="0">
                <a:latin typeface="Times New Roman" panose="02020603050405020304" pitchFamily="18" charset="0"/>
                <a:cs typeface="Times New Roman" panose="02020603050405020304" pitchFamily="18" charset="0"/>
              </a:rPr>
              <a:t>” in the options that come up. This will ensure that the only library left on the library explorer pane is the one you just called in.</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Once the file is called in correctly, the workspace should look similar to the one below. The file you just called in should show with the name “</a:t>
            </a:r>
            <a:r>
              <a:rPr lang="en-US" sz="1400" b="1" dirty="0">
                <a:latin typeface="Times New Roman" panose="02020603050405020304" pitchFamily="18" charset="0"/>
                <a:cs typeface="Times New Roman" panose="02020603050405020304" pitchFamily="18" charset="0"/>
              </a:rPr>
              <a:t>Dry-mesic Oak</a:t>
            </a:r>
            <a:r>
              <a:rPr lang="en-US" sz="1400" dirty="0">
                <a:latin typeface="Times New Roman" panose="02020603050405020304" pitchFamily="18" charset="0"/>
                <a:cs typeface="Times New Roman" panose="02020603050405020304" pitchFamily="18" charset="0"/>
              </a:rPr>
              <a:t>” (Second arrow in the figure below). </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it shows up with a different name, you can </a:t>
            </a:r>
            <a:r>
              <a:rPr lang="en-US" sz="1400" i="1" dirty="0">
                <a:latin typeface="Times New Roman" panose="02020603050405020304" pitchFamily="18" charset="0"/>
                <a:cs typeface="Times New Roman" panose="02020603050405020304" pitchFamily="18" charset="0"/>
              </a:rPr>
              <a:t>right click </a:t>
            </a:r>
            <a:r>
              <a:rPr lang="en-US" sz="1400" dirty="0">
                <a:latin typeface="Times New Roman" panose="02020603050405020304" pitchFamily="18" charset="0"/>
                <a:cs typeface="Times New Roman" panose="02020603050405020304" pitchFamily="18" charset="0"/>
              </a:rPr>
              <a:t>it, select </a:t>
            </a:r>
            <a:r>
              <a:rPr lang="en-US" sz="1400" i="1" dirty="0">
                <a:latin typeface="Times New Roman" panose="02020603050405020304" pitchFamily="18" charset="0"/>
                <a:cs typeface="Times New Roman" panose="02020603050405020304" pitchFamily="18" charset="0"/>
              </a:rPr>
              <a:t>rename </a:t>
            </a:r>
            <a:r>
              <a:rPr lang="en-US" sz="1400" dirty="0">
                <a:latin typeface="Times New Roman" panose="02020603050405020304" pitchFamily="18" charset="0"/>
                <a:cs typeface="Times New Roman" panose="02020603050405020304" pitchFamily="18" charset="0"/>
              </a:rPr>
              <a:t>to rename it </a:t>
            </a:r>
            <a:r>
              <a:rPr lang="en-US" sz="1400" b="1" dirty="0">
                <a:latin typeface="Times New Roman" panose="02020603050405020304" pitchFamily="18" charset="0"/>
                <a:cs typeface="Times New Roman" panose="02020603050405020304" pitchFamily="18" charset="0"/>
              </a:rPr>
              <a:t>“Dry-mesic Oak”</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Reminder: Once you start conducting the exercises of this activity in SyncroSim, get in the habit of frequently clicking the </a:t>
            </a:r>
            <a:r>
              <a:rPr lang="en-US" sz="1400" b="1" i="1" dirty="0">
                <a:latin typeface="Times New Roman" panose="02020603050405020304" pitchFamily="18" charset="0"/>
                <a:cs typeface="Times New Roman" panose="02020603050405020304" pitchFamily="18" charset="0"/>
              </a:rPr>
              <a:t>save </a:t>
            </a:r>
            <a:r>
              <a:rPr lang="en-US" sz="1400" dirty="0">
                <a:latin typeface="Times New Roman" panose="02020603050405020304" pitchFamily="18" charset="0"/>
                <a:cs typeface="Times New Roman" panose="02020603050405020304" pitchFamily="18" charset="0"/>
              </a:rPr>
              <a:t>button in the top panel (First arrow in the figure below) so you do not lose what you have done, incase something happens.</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Go to the next slide</a:t>
            </a:r>
          </a:p>
          <a:p>
            <a:pPr algn="l">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644A171C-FF83-6692-99AB-6997CA0FA0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grpSp>
        <p:nvGrpSpPr>
          <p:cNvPr id="8" name="Group 7">
            <a:extLst>
              <a:ext uri="{FF2B5EF4-FFF2-40B4-BE49-F238E27FC236}">
                <a16:creationId xmlns:a16="http://schemas.microsoft.com/office/drawing/2014/main" id="{EB4EF5BB-885E-BA60-7F29-7390CC35D429}"/>
              </a:ext>
            </a:extLst>
          </p:cNvPr>
          <p:cNvGrpSpPr/>
          <p:nvPr/>
        </p:nvGrpSpPr>
        <p:grpSpPr>
          <a:xfrm>
            <a:off x="2422634" y="3478924"/>
            <a:ext cx="6634657" cy="3334276"/>
            <a:chOff x="2422634" y="3478924"/>
            <a:chExt cx="6634657" cy="3334276"/>
          </a:xfrm>
        </p:grpSpPr>
        <p:grpSp>
          <p:nvGrpSpPr>
            <p:cNvPr id="6" name="Group 5">
              <a:extLst>
                <a:ext uri="{FF2B5EF4-FFF2-40B4-BE49-F238E27FC236}">
                  <a16:creationId xmlns:a16="http://schemas.microsoft.com/office/drawing/2014/main" id="{078362BF-F945-4194-4E0F-A0C1C209EB10}"/>
                </a:ext>
              </a:extLst>
            </p:cNvPr>
            <p:cNvGrpSpPr/>
            <p:nvPr/>
          </p:nvGrpSpPr>
          <p:grpSpPr>
            <a:xfrm>
              <a:off x="2422634" y="3478924"/>
              <a:ext cx="6634657" cy="3334276"/>
              <a:chOff x="2421571" y="3271885"/>
              <a:chExt cx="6530616" cy="3938212"/>
            </a:xfrm>
          </p:grpSpPr>
          <p:pic>
            <p:nvPicPr>
              <p:cNvPr id="4" name="Picture 3">
                <a:extLst>
                  <a:ext uri="{FF2B5EF4-FFF2-40B4-BE49-F238E27FC236}">
                    <a16:creationId xmlns:a16="http://schemas.microsoft.com/office/drawing/2014/main" id="{731FBB4B-E6E5-5DE8-E0E0-411CA8DFCA0A}"/>
                  </a:ext>
                </a:extLst>
              </p:cNvPr>
              <p:cNvPicPr>
                <a:picLocks noChangeAspect="1"/>
              </p:cNvPicPr>
              <p:nvPr/>
            </p:nvPicPr>
            <p:blipFill rotWithShape="1">
              <a:blip r:embed="rId3"/>
              <a:srcRect t="-616" b="5356"/>
              <a:stretch/>
            </p:blipFill>
            <p:spPr>
              <a:xfrm>
                <a:off x="2421571" y="3321959"/>
                <a:ext cx="6530616" cy="3888138"/>
              </a:xfrm>
              <a:prstGeom prst="rect">
                <a:avLst/>
              </a:prstGeom>
            </p:spPr>
          </p:pic>
          <p:cxnSp>
            <p:nvCxnSpPr>
              <p:cNvPr id="5" name="Google Shape;113;p3">
                <a:extLst>
                  <a:ext uri="{FF2B5EF4-FFF2-40B4-BE49-F238E27FC236}">
                    <a16:creationId xmlns:a16="http://schemas.microsoft.com/office/drawing/2014/main" id="{96BAD3B4-F553-5E5B-37CC-13F6944E0E0A}"/>
                  </a:ext>
                </a:extLst>
              </p:cNvPr>
              <p:cNvCxnSpPr/>
              <p:nvPr/>
            </p:nvCxnSpPr>
            <p:spPr>
              <a:xfrm flipH="1">
                <a:off x="2719935" y="3271885"/>
                <a:ext cx="198249" cy="314353"/>
              </a:xfrm>
              <a:prstGeom prst="straightConnector1">
                <a:avLst/>
              </a:prstGeom>
              <a:noFill/>
              <a:ln w="25400" cap="flat" cmpd="sng">
                <a:solidFill>
                  <a:schemeClr val="accent6">
                    <a:lumMod val="75000"/>
                  </a:schemeClr>
                </a:solidFill>
                <a:prstDash val="solid"/>
                <a:round/>
                <a:headEnd type="none" w="sm" len="sm"/>
                <a:tailEnd type="triangle" w="med" len="med"/>
              </a:ln>
            </p:spPr>
          </p:cxnSp>
        </p:grpSp>
        <p:cxnSp>
          <p:nvCxnSpPr>
            <p:cNvPr id="7" name="Google Shape;113;p3">
              <a:extLst>
                <a:ext uri="{FF2B5EF4-FFF2-40B4-BE49-F238E27FC236}">
                  <a16:creationId xmlns:a16="http://schemas.microsoft.com/office/drawing/2014/main" id="{7C1DFD7A-0B2D-73DA-37DF-E072823C4DC9}"/>
                </a:ext>
              </a:extLst>
            </p:cNvPr>
            <p:cNvCxnSpPr/>
            <p:nvPr/>
          </p:nvCxnSpPr>
          <p:spPr>
            <a:xfrm flipH="1">
              <a:off x="3028868" y="3745070"/>
              <a:ext cx="201407" cy="266146"/>
            </a:xfrm>
            <a:prstGeom prst="straightConnector1">
              <a:avLst/>
            </a:prstGeom>
            <a:noFill/>
            <a:ln w="25400" cap="flat" cmpd="sng">
              <a:solidFill>
                <a:schemeClr val="accent6">
                  <a:lumMod val="75000"/>
                </a:schemeClr>
              </a:solidFill>
              <a:prstDash val="solid"/>
              <a:round/>
              <a:headEnd type="none" w="sm" len="sm"/>
              <a:tailEnd type="triangle" w="med" len="med"/>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9"/>
          <p:cNvSpPr txBox="1"/>
          <p:nvPr/>
        </p:nvSpPr>
        <p:spPr>
          <a:xfrm>
            <a:off x="467591" y="97864"/>
            <a:ext cx="819818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A. Understanding the library and workspace: an explanation, do not do anything</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ubtitle 2">
            <a:extLst>
              <a:ext uri="{FF2B5EF4-FFF2-40B4-BE49-F238E27FC236}">
                <a16:creationId xmlns:a16="http://schemas.microsoft.com/office/drawing/2014/main" id="{46931780-EE9F-1C06-CE1F-F7529C1575F5}"/>
              </a:ext>
            </a:extLst>
          </p:cNvPr>
          <p:cNvSpPr>
            <a:spLocks noGrp="1"/>
          </p:cNvSpPr>
          <p:nvPr>
            <p:ph type="subTitle" idx="1"/>
          </p:nvPr>
        </p:nvSpPr>
        <p:spPr>
          <a:xfrm>
            <a:off x="220716" y="449907"/>
            <a:ext cx="8744608" cy="2808300"/>
          </a:xfrm>
        </p:spPr>
        <p:txBody>
          <a:bodyPr>
            <a:noAutofit/>
          </a:bodyPr>
          <a:lstStyle/>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oak.ssm file that you called into the workspace (the Dry-mesic Oak) is called </a:t>
            </a:r>
            <a:r>
              <a:rPr lang="en-US" sz="1400" b="1" dirty="0">
                <a:latin typeface="Times New Roman" panose="02020603050405020304" pitchFamily="18" charset="0"/>
                <a:cs typeface="Times New Roman" panose="02020603050405020304" pitchFamily="18" charset="0"/>
              </a:rPr>
              <a:t>a library file</a:t>
            </a:r>
            <a:r>
              <a:rPr lang="en-US" sz="1400" dirty="0">
                <a:latin typeface="Times New Roman" panose="02020603050405020304" pitchFamily="18" charset="0"/>
                <a:cs typeface="Times New Roman" panose="02020603050405020304" pitchFamily="18" charset="0"/>
              </a:rPr>
              <a:t>. A library is a file that stores all your model inputs and outputs (has the things that you will need to work on). </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Think of a library as </a:t>
            </a:r>
            <a:r>
              <a:rPr lang="en-US" sz="1400" b="1" dirty="0">
                <a:latin typeface="Times New Roman" panose="02020603050405020304" pitchFamily="18" charset="0"/>
                <a:cs typeface="Times New Roman" panose="02020603050405020304" pitchFamily="18" charset="0"/>
              </a:rPr>
              <a:t>the ecosystem </a:t>
            </a:r>
            <a:r>
              <a:rPr lang="en-US" sz="1400" dirty="0">
                <a:latin typeface="Times New Roman" panose="02020603050405020304" pitchFamily="18" charset="0"/>
                <a:cs typeface="Times New Roman" panose="02020603050405020304" pitchFamily="18" charset="0"/>
              </a:rPr>
              <a:t>that you want to work with, say a type of forest. In this case, the ecosystem is a Dry-mesic Oak forest.</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This ecosystem is a North-Central Interior Dry-Mesic Oak Forest and Woodland. A document with background information about this ecosystem is provided for you (Supplemental material 2a).</a:t>
            </a:r>
          </a:p>
          <a:p>
            <a:pPr algn="l">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0D1CA88-9877-E3DE-3045-4C4691F68FF5}"/>
              </a:ext>
            </a:extLst>
          </p:cNvPr>
          <p:cNvPicPr>
            <a:picLocks noChangeAspect="1"/>
          </p:cNvPicPr>
          <p:nvPr/>
        </p:nvPicPr>
        <p:blipFill rotWithShape="1">
          <a:blip r:embed="rId3"/>
          <a:srcRect t="-616" b="5356"/>
          <a:stretch/>
        </p:blipFill>
        <p:spPr>
          <a:xfrm>
            <a:off x="3135267" y="3271736"/>
            <a:ext cx="5929906" cy="3530493"/>
          </a:xfrm>
          <a:prstGeom prst="rect">
            <a:avLst/>
          </a:prstGeom>
        </p:spPr>
      </p:pic>
      <p:sp>
        <p:nvSpPr>
          <p:cNvPr id="3" name="Slide Number Placeholder 2">
            <a:extLst>
              <a:ext uri="{FF2B5EF4-FFF2-40B4-BE49-F238E27FC236}">
                <a16:creationId xmlns:a16="http://schemas.microsoft.com/office/drawing/2014/main" id="{900BE423-B397-3D08-483C-DDAC6E354A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A701BCC-8A96-4DF4-1F14-2D769996F946}"/>
            </a:ext>
          </a:extLst>
        </p:cNvPr>
        <p:cNvGrpSpPr/>
        <p:nvPr/>
      </p:nvGrpSpPr>
      <p:grpSpPr>
        <a:xfrm>
          <a:off x="0" y="0"/>
          <a:ext cx="0" cy="0"/>
          <a:chOff x="0" y="0"/>
          <a:chExt cx="0" cy="0"/>
        </a:xfrm>
      </p:grpSpPr>
      <p:sp>
        <p:nvSpPr>
          <p:cNvPr id="119" name="Google Shape;119;p59">
            <a:extLst>
              <a:ext uri="{FF2B5EF4-FFF2-40B4-BE49-F238E27FC236}">
                <a16:creationId xmlns:a16="http://schemas.microsoft.com/office/drawing/2014/main" id="{4CDF7DBD-DCC9-652F-F99F-EB16E5066C51}"/>
              </a:ext>
            </a:extLst>
          </p:cNvPr>
          <p:cNvSpPr txBox="1"/>
          <p:nvPr/>
        </p:nvSpPr>
        <p:spPr>
          <a:xfrm>
            <a:off x="467591" y="97864"/>
            <a:ext cx="819818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A. Understanding the library and workspace: an explanation, do not do anything</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ubtitle 2">
            <a:extLst>
              <a:ext uri="{FF2B5EF4-FFF2-40B4-BE49-F238E27FC236}">
                <a16:creationId xmlns:a16="http://schemas.microsoft.com/office/drawing/2014/main" id="{E4A1F2FE-0883-6BE2-5AA2-7797B0916FC3}"/>
              </a:ext>
            </a:extLst>
          </p:cNvPr>
          <p:cNvSpPr>
            <a:spLocks noGrp="1"/>
          </p:cNvSpPr>
          <p:nvPr>
            <p:ph type="subTitle" idx="1"/>
          </p:nvPr>
        </p:nvSpPr>
        <p:spPr>
          <a:xfrm>
            <a:off x="220716" y="449906"/>
            <a:ext cx="8744608" cy="3351825"/>
          </a:xfrm>
        </p:spPr>
        <p:txBody>
          <a:bodyPr>
            <a:noAutofit/>
          </a:bodyPr>
          <a:lstStyle/>
          <a:p>
            <a:pPr marL="283464" marR="0" lvl="0" indent="-283464" algn="l" defTabSz="914400" rtl="0" eaLnBrk="1" fontAlgn="auto" latinLnBrk="0" hangingPunct="1">
              <a:lnSpc>
                <a:spcPct val="90000"/>
              </a:lnSpc>
              <a:spcBef>
                <a:spcPts val="0"/>
              </a:spcBef>
              <a:spcAft>
                <a:spcPts val="0"/>
              </a:spcAft>
              <a:buClr>
                <a:srgbClr val="000000"/>
              </a:buClr>
              <a:buSzPts val="24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Once you start working on a given library, you can create various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projects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(from the library) and name them appropriately. </a:t>
            </a:r>
          </a:p>
          <a:p>
            <a:pPr marL="740664" marR="0" lvl="1" indent="-283464" algn="l" defTabSz="914400" rtl="0" eaLnBrk="1" fontAlgn="auto" latinLnBrk="0" hangingPunct="1">
              <a:lnSpc>
                <a:spcPct val="90000"/>
              </a:lnSpc>
              <a:spcBef>
                <a:spcPts val="0"/>
              </a:spcBef>
              <a:spcAft>
                <a:spcPts val="0"/>
              </a:spcAft>
              <a:buClr>
                <a:srgbClr val="000000"/>
              </a:buClr>
              <a:buSzPts val="20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this example, a project called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Oak</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has been created for you, named “oak” because we are working on an oak forest. </a:t>
            </a:r>
          </a:p>
          <a:p>
            <a:pPr marL="740664" marR="0" lvl="1" indent="-283464" algn="l" defTabSz="914400" rtl="0" eaLnBrk="1" fontAlgn="auto" latinLnBrk="0" hangingPunct="1">
              <a:lnSpc>
                <a:spcPct val="90000"/>
              </a:lnSpc>
              <a:spcBef>
                <a:spcPts val="0"/>
              </a:spcBef>
              <a:spcAft>
                <a:spcPts val="0"/>
              </a:spcAft>
              <a:buClr>
                <a:srgbClr val="000000"/>
              </a:buClr>
              <a:buSzPts val="20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Think of a project as the thing you are working on, say invasive species (this project could be named “invasives”), or fire (this project could be named “fire”). </a:t>
            </a:r>
          </a:p>
          <a:p>
            <a:pPr marL="740664" marR="0" lvl="1" indent="-283464" algn="l" defTabSz="914400" rtl="0" eaLnBrk="1" fontAlgn="auto" latinLnBrk="0" hangingPunct="1">
              <a:lnSpc>
                <a:spcPct val="90000"/>
              </a:lnSpc>
              <a:spcBef>
                <a:spcPts val="0"/>
              </a:spcBef>
              <a:spcAft>
                <a:spcPts val="0"/>
              </a:spcAft>
              <a:buClr>
                <a:srgbClr val="000000"/>
              </a:buClr>
              <a:buSzPts val="20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work you are doing on invasive species is one project, the work on fire is another project, both of which can be done on the one library (your oak forest). </a:t>
            </a:r>
          </a:p>
          <a:p>
            <a:pPr marL="740664" marR="0" lvl="1" indent="-283464" algn="l" defTabSz="914400" rtl="0" eaLnBrk="1" fontAlgn="auto" latinLnBrk="0" hangingPunct="1">
              <a:lnSpc>
                <a:spcPct val="90000"/>
              </a:lnSpc>
              <a:spcBef>
                <a:spcPts val="0"/>
              </a:spcBef>
              <a:spcAft>
                <a:spcPts val="0"/>
              </a:spcAft>
              <a:buClr>
                <a:srgbClr val="000000"/>
              </a:buClr>
              <a:buSzPts val="20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the project (Oak) shows up with a different name, you can rename it by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right clicking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it</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selecting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rename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then giving it the name “Oak”.</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Once you have a project (e.g., oak), you can work on various scenarios within that project. Scenarios are like the various aspects of the issue that you are working on.. </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For example, if your project is say fire, you can work on various scenarios of fire by changing the parameters of the fire during your modeling process. You could examine the impact of different fire severities, so that scenario 1 could be a fire that returns every 5 yrs, and scenario 2 could be a fire that returns every 10 yrs.. </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 this example, the </a:t>
            </a:r>
            <a:r>
              <a:rPr lang="en-US" sz="1400" b="1" dirty="0">
                <a:latin typeface="Times New Roman" panose="02020603050405020304" pitchFamily="18" charset="0"/>
                <a:cs typeface="Times New Roman" panose="02020603050405020304" pitchFamily="18" charset="0"/>
              </a:rPr>
              <a:t>first scenario called “[8791]Reference condition model”</a:t>
            </a:r>
            <a:r>
              <a:rPr lang="en-US" sz="1400" dirty="0">
                <a:latin typeface="Times New Roman" panose="02020603050405020304" pitchFamily="18" charset="0"/>
                <a:cs typeface="Times New Roman" panose="02020603050405020304" pitchFamily="18" charset="0"/>
              </a:rPr>
              <a:t> has been made for you. This first one is the </a:t>
            </a:r>
            <a:r>
              <a:rPr lang="en-US" sz="1400" b="1" dirty="0">
                <a:latin typeface="Times New Roman" panose="02020603050405020304" pitchFamily="18" charset="0"/>
                <a:cs typeface="Times New Roman" panose="02020603050405020304" pitchFamily="18" charset="0"/>
              </a:rPr>
              <a:t>original scenario, </a:t>
            </a:r>
            <a:r>
              <a:rPr lang="en-US" sz="1400" dirty="0">
                <a:latin typeface="Times New Roman" panose="02020603050405020304" pitchFamily="18" charset="0"/>
                <a:cs typeface="Times New Roman" panose="02020603050405020304" pitchFamily="18" charset="0"/>
              </a:rPr>
              <a:t>and it stays in place throughout your modeling exercise (do not delete it).</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You can rename this scenario too</a:t>
            </a:r>
          </a:p>
        </p:txBody>
      </p:sp>
      <p:pic>
        <p:nvPicPr>
          <p:cNvPr id="5" name="Picture 4">
            <a:extLst>
              <a:ext uri="{FF2B5EF4-FFF2-40B4-BE49-F238E27FC236}">
                <a16:creationId xmlns:a16="http://schemas.microsoft.com/office/drawing/2014/main" id="{DD1FB517-D44E-1394-1573-FCCEF5B1D04B}"/>
              </a:ext>
            </a:extLst>
          </p:cNvPr>
          <p:cNvPicPr>
            <a:picLocks noChangeAspect="1"/>
          </p:cNvPicPr>
          <p:nvPr/>
        </p:nvPicPr>
        <p:blipFill rotWithShape="1">
          <a:blip r:embed="rId3"/>
          <a:srcRect t="-616" b="5356"/>
          <a:stretch/>
        </p:blipFill>
        <p:spPr>
          <a:xfrm>
            <a:off x="4048182" y="3815260"/>
            <a:ext cx="5016990" cy="2986970"/>
          </a:xfrm>
          <a:prstGeom prst="rect">
            <a:avLst/>
          </a:prstGeom>
        </p:spPr>
      </p:pic>
      <p:sp>
        <p:nvSpPr>
          <p:cNvPr id="3" name="Slide Number Placeholder 2">
            <a:extLst>
              <a:ext uri="{FF2B5EF4-FFF2-40B4-BE49-F238E27FC236}">
                <a16:creationId xmlns:a16="http://schemas.microsoft.com/office/drawing/2014/main" id="{6EFA91F1-839B-7F66-4837-A29B44D0D3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Tree>
    <p:extLst>
      <p:ext uri="{BB962C8B-B14F-4D97-AF65-F5344CB8AC3E}">
        <p14:creationId xmlns:p14="http://schemas.microsoft.com/office/powerpoint/2010/main" val="90221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p:nvPr/>
        </p:nvSpPr>
        <p:spPr>
          <a:xfrm>
            <a:off x="187872" y="29021"/>
            <a:ext cx="7471292"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B. Delete unwanted items in your workspace, if there are any</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ubtitle 2">
            <a:extLst>
              <a:ext uri="{FF2B5EF4-FFF2-40B4-BE49-F238E27FC236}">
                <a16:creationId xmlns:a16="http://schemas.microsoft.com/office/drawing/2014/main" id="{9A08F108-F25D-1B27-29C4-D71A636507B4}"/>
              </a:ext>
            </a:extLst>
          </p:cNvPr>
          <p:cNvSpPr>
            <a:spLocks noGrp="1"/>
          </p:cNvSpPr>
          <p:nvPr>
            <p:ph type="subTitle" idx="1"/>
          </p:nvPr>
        </p:nvSpPr>
        <p:spPr>
          <a:xfrm>
            <a:off x="187872" y="464450"/>
            <a:ext cx="8768256" cy="2735448"/>
          </a:xfrm>
        </p:spPr>
        <p:txBody>
          <a:bodyPr>
            <a:noAutofit/>
          </a:bodyPr>
          <a:lstStyle/>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Sometimes, your workspace (the screen below) can have other libraries, projects or scenarios and their results.  </a:t>
            </a:r>
          </a:p>
          <a:p>
            <a:pPr marL="740664" lvl="2"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This maybe be because someone had used </a:t>
            </a:r>
            <a:r>
              <a:rPr lang="en-US" sz="1400" dirty="0" err="1">
                <a:latin typeface="Times New Roman" panose="02020603050405020304" pitchFamily="18" charset="0"/>
                <a:cs typeface="Times New Roman" panose="02020603050405020304" pitchFamily="18" charset="0"/>
              </a:rPr>
              <a:t>SyncroSim</a:t>
            </a:r>
            <a:r>
              <a:rPr lang="en-US" sz="1400" dirty="0">
                <a:latin typeface="Times New Roman" panose="02020603050405020304" pitchFamily="18" charset="0"/>
                <a:cs typeface="Times New Roman" panose="02020603050405020304" pitchFamily="18" charset="0"/>
              </a:rPr>
              <a:t> on the computer and saved their output. When </a:t>
            </a:r>
            <a:r>
              <a:rPr lang="en-US" sz="1400" dirty="0" err="1">
                <a:latin typeface="Times New Roman" panose="02020603050405020304" pitchFamily="18" charset="0"/>
                <a:cs typeface="Times New Roman" panose="02020603050405020304" pitchFamily="18" charset="0"/>
              </a:rPr>
              <a:t>SyncroSim</a:t>
            </a:r>
            <a:r>
              <a:rPr lang="en-US" sz="1400" dirty="0">
                <a:latin typeface="Times New Roman" panose="02020603050405020304" pitchFamily="18" charset="0"/>
                <a:cs typeface="Times New Roman" panose="02020603050405020304" pitchFamily="18" charset="0"/>
              </a:rPr>
              <a:t> is opened again, all the previous saved items show up on the library explore window on the left in the figure below. You need to delete them in order to have a clean start.</a:t>
            </a:r>
          </a:p>
          <a:p>
            <a:pPr marL="740664" lvl="2"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delete these files, </a:t>
            </a:r>
            <a:r>
              <a:rPr lang="en-US" sz="1400" i="1" dirty="0">
                <a:latin typeface="Times New Roman" panose="02020603050405020304" pitchFamily="18" charset="0"/>
                <a:cs typeface="Times New Roman" panose="02020603050405020304" pitchFamily="18" charset="0"/>
              </a:rPr>
              <a:t>right click </a:t>
            </a:r>
            <a:r>
              <a:rPr lang="en-US" sz="1400" dirty="0">
                <a:latin typeface="Times New Roman" panose="02020603050405020304" pitchFamily="18" charset="0"/>
                <a:cs typeface="Times New Roman" panose="02020603050405020304" pitchFamily="18" charset="0"/>
              </a:rPr>
              <a:t>each of these extra items and select </a:t>
            </a:r>
            <a:r>
              <a:rPr lang="en-US" sz="1400" i="1" dirty="0">
                <a:latin typeface="Times New Roman" panose="02020603050405020304" pitchFamily="18" charset="0"/>
                <a:cs typeface="Times New Roman" panose="02020603050405020304" pitchFamily="18" charset="0"/>
              </a:rPr>
              <a:t>delete</a:t>
            </a:r>
            <a:r>
              <a:rPr lang="en-US" sz="1400" dirty="0">
                <a:latin typeface="Times New Roman" panose="02020603050405020304" pitchFamily="18" charset="0"/>
                <a:cs typeface="Times New Roman" panose="02020603050405020304" pitchFamily="18" charset="0"/>
              </a:rPr>
              <a:t> or </a:t>
            </a:r>
            <a:r>
              <a:rPr lang="en-US" sz="1400" i="1" dirty="0">
                <a:latin typeface="Times New Roman" panose="02020603050405020304" pitchFamily="18" charset="0"/>
                <a:cs typeface="Times New Roman" panose="02020603050405020304" pitchFamily="18" charset="0"/>
              </a:rPr>
              <a:t>close</a:t>
            </a:r>
            <a:r>
              <a:rPr lang="en-US" sz="1400" dirty="0">
                <a:latin typeface="Times New Roman" panose="02020603050405020304" pitchFamily="18" charset="0"/>
                <a:cs typeface="Times New Roman" panose="02020603050405020304" pitchFamily="18" charset="0"/>
              </a:rPr>
              <a:t> to remove them. </a:t>
            </a:r>
          </a:p>
          <a:p>
            <a:pPr marL="740664" lvl="2"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For purposes of making the activity simple and straightforward, your workspace should only have the Dry-mesic Oak library, the Oak project and the “[8791]Reference condition models” scenario, as shown in the figure below.</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there are no other files in your workspace, you are good to go, just go to the next slide to continue.</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Go to the next slide</a:t>
            </a:r>
          </a:p>
          <a:p>
            <a:pPr algn="l">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644A171C-FF83-6692-99AB-6997CA0FA036}"/>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a:t>
            </a:fld>
            <a:endParaRPr kumimoji="0" lang="en-US" sz="1200" b="0" i="0" u="none" strike="noStrike" kern="0" cap="none" spc="0" normalizeH="0" baseline="0" noProof="0" dirty="0">
              <a:ln>
                <a:noFill/>
              </a:ln>
              <a:solidFill>
                <a:srgbClr val="888888"/>
              </a:solidFill>
              <a:effectLst/>
              <a:uLnTx/>
              <a:uFillTx/>
              <a:latin typeface="Calibri"/>
              <a:ea typeface="Calibri"/>
              <a:cs typeface="Calibri"/>
              <a:sym typeface="Calibri"/>
            </a:endParaRPr>
          </a:p>
        </p:txBody>
      </p:sp>
      <p:pic>
        <p:nvPicPr>
          <p:cNvPr id="9" name="Picture 8">
            <a:extLst>
              <a:ext uri="{FF2B5EF4-FFF2-40B4-BE49-F238E27FC236}">
                <a16:creationId xmlns:a16="http://schemas.microsoft.com/office/drawing/2014/main" id="{3126DB67-103A-CBDE-8464-0FD2ADDB70CF}"/>
              </a:ext>
            </a:extLst>
          </p:cNvPr>
          <p:cNvPicPr>
            <a:picLocks noChangeAspect="1"/>
          </p:cNvPicPr>
          <p:nvPr/>
        </p:nvPicPr>
        <p:blipFill>
          <a:blip r:embed="rId3"/>
          <a:stretch>
            <a:fillRect/>
          </a:stretch>
        </p:blipFill>
        <p:spPr>
          <a:xfrm>
            <a:off x="3068639" y="3250317"/>
            <a:ext cx="6011177" cy="35786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113E91EC-DB29-FFB2-C2C8-6067D98C37CC}"/>
            </a:ext>
          </a:extLst>
        </p:cNvPr>
        <p:cNvGrpSpPr/>
        <p:nvPr/>
      </p:nvGrpSpPr>
      <p:grpSpPr>
        <a:xfrm>
          <a:off x="0" y="0"/>
          <a:ext cx="0" cy="0"/>
          <a:chOff x="0" y="0"/>
          <a:chExt cx="0" cy="0"/>
        </a:xfrm>
      </p:grpSpPr>
      <p:sp>
        <p:nvSpPr>
          <p:cNvPr id="109" name="Google Shape;109;p3">
            <a:extLst>
              <a:ext uri="{FF2B5EF4-FFF2-40B4-BE49-F238E27FC236}">
                <a16:creationId xmlns:a16="http://schemas.microsoft.com/office/drawing/2014/main" id="{DD49FB17-22C1-B5C3-3578-103C81E74E02}"/>
              </a:ext>
            </a:extLst>
          </p:cNvPr>
          <p:cNvSpPr txBox="1"/>
          <p:nvPr/>
        </p:nvSpPr>
        <p:spPr>
          <a:xfrm>
            <a:off x="149772" y="75517"/>
            <a:ext cx="876825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C. Bring up the scenario pane (the pane where you look at and create desired scenarios)</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ubtitle 2">
            <a:extLst>
              <a:ext uri="{FF2B5EF4-FFF2-40B4-BE49-F238E27FC236}">
                <a16:creationId xmlns:a16="http://schemas.microsoft.com/office/drawing/2014/main" id="{18EC1585-E8B2-C65C-413B-7D88095F3C72}"/>
              </a:ext>
            </a:extLst>
          </p:cNvPr>
          <p:cNvSpPr>
            <a:spLocks noGrp="1"/>
          </p:cNvSpPr>
          <p:nvPr>
            <p:ph type="subTitle" idx="1"/>
          </p:nvPr>
        </p:nvSpPr>
        <p:spPr>
          <a:xfrm>
            <a:off x="187872" y="464450"/>
            <a:ext cx="8768256" cy="2735448"/>
          </a:xfrm>
        </p:spPr>
        <p:txBody>
          <a:bodyPr>
            <a:noAutofit/>
          </a:bodyPr>
          <a:lstStyle/>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Remember, our original scenario was the “[8791]Reference condition models”</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We now want to open and examine it. Its contents will be contained in a pane called the scenario pane.</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Bring up the scenario pane by double clicking the reference model (double click the 8791 Reference condition models). </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Once the pane is up, you will now have two panes open; the Library explorer pane (the vertical one to the left), and the scenario pane (the horizontal one to the right) in the figure below.</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You can .  </a:t>
            </a:r>
          </a:p>
          <a:p>
            <a:pPr marL="800100" lvl="2" indent="-342900" algn="l">
              <a:spcBef>
                <a:spcPts val="0"/>
              </a:spcBef>
              <a:buFont typeface="+mj-lt"/>
              <a:buAutoNum type="arabicPeriod"/>
            </a:pPr>
            <a:r>
              <a:rPr lang="en-US" sz="1400" dirty="0">
                <a:latin typeface="Times New Roman" panose="02020603050405020304" pitchFamily="18" charset="0"/>
                <a:cs typeface="Times New Roman" panose="02020603050405020304" pitchFamily="18" charset="0"/>
              </a:rPr>
              <a:t>move the scenario pane around to rearrange the two panes so they are next to each other, OR,</a:t>
            </a:r>
          </a:p>
          <a:p>
            <a:pPr marL="800100" lvl="2" indent="-342900" algn="l">
              <a:spcBef>
                <a:spcPts val="0"/>
              </a:spcBef>
              <a:buFont typeface="+mj-lt"/>
              <a:buAutoNum type="arabicPeriod"/>
            </a:pPr>
            <a:r>
              <a:rPr lang="en-US" sz="1400" dirty="0">
                <a:latin typeface="Times New Roman" panose="02020603050405020304" pitchFamily="18" charset="0"/>
                <a:cs typeface="Times New Roman" panose="02020603050405020304" pitchFamily="18" charset="0"/>
              </a:rPr>
              <a:t>click the “window” tab in the top panel and select “Arrange all”. </a:t>
            </a:r>
          </a:p>
          <a:p>
            <a:pPr marL="800100" lvl="2" indent="-342900" algn="l">
              <a:spcBef>
                <a:spcPts val="0"/>
              </a:spcBef>
              <a:buFont typeface="+mj-lt"/>
              <a:buAutoNum type="arabicPeriod"/>
            </a:pPr>
            <a:r>
              <a:rPr lang="en-US" sz="1400" dirty="0">
                <a:latin typeface="Times New Roman" panose="02020603050405020304" pitchFamily="18" charset="0"/>
                <a:cs typeface="Times New Roman" panose="02020603050405020304" pitchFamily="18" charset="0"/>
              </a:rPr>
              <a:t>You can also expand the scenario pane downwards (or sideways) manually, to help display all of the pane’s contents.</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When done, your workspace should look similar to the one below, for option 1 above</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Go to the next slide</a:t>
            </a:r>
          </a:p>
          <a:p>
            <a:pPr algn="l">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1CC8C86D-3AD2-9BD9-84F0-357718910DCE}"/>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a:t>
            </a:fld>
            <a:endParaRPr kumimoji="0" lang="en-US" sz="1200" b="0" i="0" u="none" strike="noStrike" kern="0" cap="none" spc="0" normalizeH="0" baseline="0" noProof="0" dirty="0">
              <a:ln>
                <a:noFill/>
              </a:ln>
              <a:solidFill>
                <a:srgbClr val="888888"/>
              </a:solidFill>
              <a:effectLst/>
              <a:uLnTx/>
              <a:uFillTx/>
              <a:latin typeface="Calibri"/>
              <a:ea typeface="Calibri"/>
              <a:cs typeface="Calibri"/>
              <a:sym typeface="Calibri"/>
            </a:endParaRPr>
          </a:p>
        </p:txBody>
      </p:sp>
      <p:pic>
        <p:nvPicPr>
          <p:cNvPr id="4" name="Picture 3">
            <a:extLst>
              <a:ext uri="{FF2B5EF4-FFF2-40B4-BE49-F238E27FC236}">
                <a16:creationId xmlns:a16="http://schemas.microsoft.com/office/drawing/2014/main" id="{6E73DA54-F259-538C-8519-E88D0CDA3E36}"/>
              </a:ext>
            </a:extLst>
          </p:cNvPr>
          <p:cNvPicPr>
            <a:picLocks noChangeAspect="1"/>
          </p:cNvPicPr>
          <p:nvPr/>
        </p:nvPicPr>
        <p:blipFill>
          <a:blip r:embed="rId3"/>
          <a:stretch>
            <a:fillRect/>
          </a:stretch>
        </p:blipFill>
        <p:spPr>
          <a:xfrm>
            <a:off x="3421975" y="3429000"/>
            <a:ext cx="5700254" cy="3365284"/>
          </a:xfrm>
          <a:prstGeom prst="rect">
            <a:avLst/>
          </a:prstGeom>
        </p:spPr>
      </p:pic>
    </p:spTree>
    <p:extLst>
      <p:ext uri="{BB962C8B-B14F-4D97-AF65-F5344CB8AC3E}">
        <p14:creationId xmlns:p14="http://schemas.microsoft.com/office/powerpoint/2010/main" val="1829500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6"/>
          <p:cNvSpPr txBox="1"/>
          <p:nvPr/>
        </p:nvSpPr>
        <p:spPr>
          <a:xfrm>
            <a:off x="155708" y="43054"/>
            <a:ext cx="8721592"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C. Bring up the scenario pane (the pane where you look at and create desired scenarios)</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151" name="Google Shape;151;p6"/>
          <p:cNvSpPr txBox="1"/>
          <p:nvPr/>
        </p:nvSpPr>
        <p:spPr>
          <a:xfrm>
            <a:off x="168179" y="447154"/>
            <a:ext cx="8807642" cy="2462172"/>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the scenario pane, click 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“Run control”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tab at the top of the scenario pane.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“start timestep”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line should have zero in the box.</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“End timestep”</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line should have 1000 in the box. If it doesn’t, type in 1000 to replace what's there.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“Total Iterations line”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line should have 3 in the box. If it doesn’t, type in 3 to replace what's there. We are telling it that whenever we run the model, we want it to do 3 iterations of the run. We selected 3 to save time since the more iterations you put, the slower the run is likely to be. You </a:t>
            </a:r>
            <a:r>
              <a:rPr lang="en-US" dirty="0">
                <a:latin typeface="Times New Roman" panose="02020603050405020304" pitchFamily="18" charset="0"/>
                <a:ea typeface="Calibri"/>
                <a:cs typeface="Times New Roman" panose="02020603050405020304" pitchFamily="18" charset="0"/>
                <a:sym typeface="Calibri"/>
              </a:rPr>
              <a:t>can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enter more iterations if needed.</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above terms are also explained in the glossary document provided in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Glossary of terms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(supplemental material 8)</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save button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You must do this to save the changes you made, otherwise they will be lost.</a:t>
            </a:r>
            <a:endParaRPr kumimoji="0" sz="14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done, your window should look similar to the one below.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78E048F4-20C9-799A-9D7F-94786503A523}"/>
              </a:ext>
            </a:extLst>
          </p:cNvPr>
          <p:cNvPicPr>
            <a:picLocks noChangeAspect="1"/>
          </p:cNvPicPr>
          <p:nvPr/>
        </p:nvPicPr>
        <p:blipFill rotWithShape="1">
          <a:blip r:embed="rId3"/>
          <a:srcRect b="5816"/>
          <a:stretch/>
        </p:blipFill>
        <p:spPr>
          <a:xfrm>
            <a:off x="2783431" y="3132083"/>
            <a:ext cx="6318140" cy="3719169"/>
          </a:xfrm>
          <a:prstGeom prst="rect">
            <a:avLst/>
          </a:prstGeom>
        </p:spPr>
      </p:pic>
      <p:sp>
        <p:nvSpPr>
          <p:cNvPr id="2" name="Slide Number Placeholder 1">
            <a:extLst>
              <a:ext uri="{FF2B5EF4-FFF2-40B4-BE49-F238E27FC236}">
                <a16:creationId xmlns:a16="http://schemas.microsoft.com/office/drawing/2014/main" id="{29F20685-0582-3621-14F4-CF3B492959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90AAC341-C135-6EEE-CAC5-02F28BE54CBA}"/>
            </a:ext>
          </a:extLst>
        </p:cNvPr>
        <p:cNvGrpSpPr/>
        <p:nvPr/>
      </p:nvGrpSpPr>
      <p:grpSpPr>
        <a:xfrm>
          <a:off x="0" y="0"/>
          <a:ext cx="0" cy="0"/>
          <a:chOff x="0" y="0"/>
          <a:chExt cx="0" cy="0"/>
        </a:xfrm>
      </p:grpSpPr>
      <p:sp>
        <p:nvSpPr>
          <p:cNvPr id="109" name="Google Shape;109;p3">
            <a:extLst>
              <a:ext uri="{FF2B5EF4-FFF2-40B4-BE49-F238E27FC236}">
                <a16:creationId xmlns:a16="http://schemas.microsoft.com/office/drawing/2014/main" id="{17F6922C-8872-7909-EDCF-C13745BE8837}"/>
              </a:ext>
            </a:extLst>
          </p:cNvPr>
          <p:cNvSpPr txBox="1"/>
          <p:nvPr/>
        </p:nvSpPr>
        <p:spPr>
          <a:xfrm>
            <a:off x="149772" y="75517"/>
            <a:ext cx="876825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D. Display the normal succession classes for your ecosystem</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ubtitle 2">
            <a:extLst>
              <a:ext uri="{FF2B5EF4-FFF2-40B4-BE49-F238E27FC236}">
                <a16:creationId xmlns:a16="http://schemas.microsoft.com/office/drawing/2014/main" id="{FA8A801D-6C7C-AD47-F17D-AD38FC09DA88}"/>
              </a:ext>
            </a:extLst>
          </p:cNvPr>
          <p:cNvSpPr>
            <a:spLocks noGrp="1"/>
          </p:cNvSpPr>
          <p:nvPr>
            <p:ph type="subTitle" idx="1"/>
          </p:nvPr>
        </p:nvSpPr>
        <p:spPr>
          <a:xfrm>
            <a:off x="187872" y="464450"/>
            <a:ext cx="8768256" cy="2735448"/>
          </a:xfrm>
        </p:spPr>
        <p:txBody>
          <a:bodyPr>
            <a:noAutofit/>
          </a:bodyPr>
          <a:lstStyle/>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We now want to see the different successional classes that exist in this ecosystem. </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details of these classes can also be viewed by clicking the “</a:t>
            </a:r>
            <a:r>
              <a:rPr lang="en-US" sz="1400" dirty="0" err="1">
                <a:latin typeface="Times New Roman" panose="02020603050405020304" pitchFamily="18" charset="0"/>
                <a:cs typeface="Times New Roman" panose="02020603050405020304" pitchFamily="18" charset="0"/>
              </a:rPr>
              <a:t>landfire</a:t>
            </a:r>
            <a:r>
              <a:rPr lang="en-US" sz="1400" dirty="0">
                <a:latin typeface="Times New Roman" panose="02020603050405020304" pitchFamily="18" charset="0"/>
                <a:cs typeface="Times New Roman" panose="02020603050405020304" pitchFamily="18" charset="0"/>
              </a:rPr>
              <a:t>” tab at the top of the scenario pane (second arrow), and in the oak literature document (supplemental material 2a), where each of the classes are also explained</a:t>
            </a:r>
            <a:r>
              <a:rPr lang="en-US" sz="1000" dirty="0">
                <a:latin typeface="Times New Roman" panose="02020603050405020304" pitchFamily="18" charset="0"/>
                <a:cs typeface="Times New Roman" panose="02020603050405020304" pitchFamily="18" charset="0"/>
              </a:rPr>
              <a:t>.</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display the classes, click the “</a:t>
            </a:r>
            <a:r>
              <a:rPr lang="en-US" sz="1400" b="1" dirty="0">
                <a:latin typeface="Times New Roman" panose="02020603050405020304" pitchFamily="18" charset="0"/>
                <a:cs typeface="Times New Roman" panose="02020603050405020304" pitchFamily="18" charset="0"/>
              </a:rPr>
              <a:t>Transition Pathways” tab</a:t>
            </a:r>
            <a:r>
              <a:rPr lang="en-US" sz="1400" dirty="0">
                <a:latin typeface="Times New Roman" panose="02020603050405020304" pitchFamily="18" charset="0"/>
                <a:cs typeface="Times New Roman" panose="02020603050405020304" pitchFamily="18" charset="0"/>
              </a:rPr>
              <a:t> at the top of this pane (first arrow). </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classes will be shown in boxes in the diagram, with lines connecting the boxes. </a:t>
            </a:r>
            <a:r>
              <a:rPr lang="en-US" sz="1400" b="1" dirty="0">
                <a:latin typeface="Times New Roman" panose="02020603050405020304" pitchFamily="18" charset="0"/>
                <a:cs typeface="Times New Roman" panose="02020603050405020304" pitchFamily="18" charset="0"/>
              </a:rPr>
              <a:t>Extend the bottom boundary of this pane</a:t>
            </a:r>
            <a:r>
              <a:rPr lang="en-US" sz="1400" dirty="0">
                <a:latin typeface="Times New Roman" panose="02020603050405020304" pitchFamily="18" charset="0"/>
                <a:cs typeface="Times New Roman" panose="02020603050405020304" pitchFamily="18" charset="0"/>
              </a:rPr>
              <a:t> downward so you can see all the classes in the diagram</a:t>
            </a:r>
            <a:r>
              <a:rPr lang="en-US" sz="1000" dirty="0">
                <a:latin typeface="Times New Roman" panose="02020603050405020304" pitchFamily="18" charset="0"/>
                <a:cs typeface="Times New Roman" panose="02020603050405020304" pitchFamily="18" charset="0"/>
              </a:rPr>
              <a:t>.</a:t>
            </a:r>
          </a:p>
          <a:p>
            <a:pPr marL="800100" lvl="2" indent="-342900" algn="l">
              <a:spcBef>
                <a:spcPts val="0"/>
              </a:spcBef>
              <a:buFont typeface="Arial" panose="020B0604020202020204" pitchFamily="34" charset="0"/>
              <a:buChar char="•"/>
              <a:tabLst>
                <a:tab pos="746125" algn="l"/>
              </a:tabLst>
            </a:pPr>
            <a:r>
              <a:rPr lang="en-US" sz="1400" dirty="0">
                <a:latin typeface="Times New Roman" panose="02020603050405020304" pitchFamily="18" charset="0"/>
                <a:cs typeface="Times New Roman" panose="02020603050405020304" pitchFamily="18" charset="0"/>
              </a:rPr>
              <a:t>The boxes are the </a:t>
            </a:r>
            <a:r>
              <a:rPr lang="en-US" sz="1400" b="1" dirty="0">
                <a:latin typeface="Times New Roman" panose="02020603050405020304" pitchFamily="18" charset="0"/>
                <a:cs typeface="Times New Roman" panose="02020603050405020304" pitchFamily="18" charset="0"/>
              </a:rPr>
              <a:t>successional stages</a:t>
            </a:r>
            <a:r>
              <a:rPr lang="en-US" sz="1400" dirty="0">
                <a:latin typeface="Times New Roman" panose="02020603050405020304" pitchFamily="18" charset="0"/>
                <a:cs typeface="Times New Roman" panose="02020603050405020304" pitchFamily="18" charset="0"/>
              </a:rPr>
              <a:t>, also called “</a:t>
            </a:r>
            <a:r>
              <a:rPr lang="en-US" sz="1400" b="1" dirty="0">
                <a:latin typeface="Times New Roman" panose="02020603050405020304" pitchFamily="18" charset="0"/>
                <a:cs typeface="Times New Roman" panose="02020603050405020304" pitchFamily="18" charset="0"/>
              </a:rPr>
              <a:t>state classes</a:t>
            </a:r>
            <a:r>
              <a:rPr lang="en-US" sz="1400" dirty="0">
                <a:latin typeface="Times New Roman" panose="02020603050405020304" pitchFamily="18" charset="0"/>
                <a:cs typeface="Times New Roman" panose="02020603050405020304" pitchFamily="18" charset="0"/>
              </a:rPr>
              <a:t>”, and the lines connecting them are the paths that they would take when moving from one successional stage to the other, also called “</a:t>
            </a:r>
            <a:r>
              <a:rPr lang="en-US" sz="1400" b="1" dirty="0">
                <a:latin typeface="Times New Roman" panose="02020603050405020304" pitchFamily="18" charset="0"/>
                <a:cs typeface="Times New Roman" panose="02020603050405020304" pitchFamily="18" charset="0"/>
              </a:rPr>
              <a:t>transitions</a:t>
            </a:r>
            <a:r>
              <a:rPr lang="en-US" sz="1400" dirty="0">
                <a:latin typeface="Times New Roman" panose="02020603050405020304" pitchFamily="18" charset="0"/>
                <a:cs typeface="Times New Roman" panose="02020603050405020304" pitchFamily="18" charset="0"/>
              </a:rPr>
              <a:t>”. </a:t>
            </a:r>
          </a:p>
          <a:p>
            <a:pPr marL="800100" lvl="2" indent="-342900"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 this original diagram, the classes shown are the </a:t>
            </a:r>
            <a:r>
              <a:rPr lang="en-US" sz="1400" b="1" dirty="0">
                <a:latin typeface="Times New Roman" panose="02020603050405020304" pitchFamily="18" charset="0"/>
                <a:cs typeface="Times New Roman" panose="02020603050405020304" pitchFamily="18" charset="0"/>
              </a:rPr>
              <a:t>succession classes that exist in this ecosystem under normal succession</a:t>
            </a:r>
            <a:r>
              <a:rPr lang="en-US" sz="1400" dirty="0">
                <a:latin typeface="Times New Roman" panose="02020603050405020304" pitchFamily="18" charset="0"/>
                <a:cs typeface="Times New Roman" panose="02020603050405020304" pitchFamily="18" charset="0"/>
              </a:rPr>
              <a:t>, i.e., with no external disturbances introduced yet </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When done, your window should look like similar to the one below</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Go to the next slide</a:t>
            </a:r>
          </a:p>
          <a:p>
            <a:pPr algn="l">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E863FB26-2152-C573-579C-93261C30F8D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10</a:t>
            </a:fld>
            <a:endParaRPr kumimoji="0" lang="en-US" sz="1200" b="0" i="0" u="none" strike="noStrike" kern="0" cap="none" spc="0" normalizeH="0" baseline="0" noProof="0" dirty="0">
              <a:ln>
                <a:noFill/>
              </a:ln>
              <a:solidFill>
                <a:srgbClr val="888888"/>
              </a:solidFill>
              <a:effectLst/>
              <a:uLnTx/>
              <a:uFillTx/>
              <a:latin typeface="Calibri"/>
              <a:ea typeface="Calibri"/>
              <a:cs typeface="Calibri"/>
              <a:sym typeface="Calibri"/>
            </a:endParaRPr>
          </a:p>
        </p:txBody>
      </p:sp>
      <p:pic>
        <p:nvPicPr>
          <p:cNvPr id="5" name="Picture 4">
            <a:extLst>
              <a:ext uri="{FF2B5EF4-FFF2-40B4-BE49-F238E27FC236}">
                <a16:creationId xmlns:a16="http://schemas.microsoft.com/office/drawing/2014/main" id="{72249509-E429-D46C-D5B2-53712B07E63F}"/>
              </a:ext>
            </a:extLst>
          </p:cNvPr>
          <p:cNvPicPr>
            <a:picLocks noChangeAspect="1"/>
          </p:cNvPicPr>
          <p:nvPr/>
        </p:nvPicPr>
        <p:blipFill>
          <a:blip r:embed="rId3"/>
          <a:stretch>
            <a:fillRect/>
          </a:stretch>
        </p:blipFill>
        <p:spPr>
          <a:xfrm>
            <a:off x="2254923" y="3023284"/>
            <a:ext cx="6889077" cy="3834716"/>
          </a:xfrm>
          <a:prstGeom prst="rect">
            <a:avLst/>
          </a:prstGeom>
        </p:spPr>
      </p:pic>
    </p:spTree>
    <p:extLst>
      <p:ext uri="{BB962C8B-B14F-4D97-AF65-F5344CB8AC3E}">
        <p14:creationId xmlns:p14="http://schemas.microsoft.com/office/powerpoint/2010/main" val="188968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9"/>
          <p:cNvSpPr txBox="1"/>
          <p:nvPr/>
        </p:nvSpPr>
        <p:spPr>
          <a:xfrm>
            <a:off x="493543" y="85418"/>
            <a:ext cx="8564876" cy="14157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Assignment # 1: </a:t>
            </a:r>
            <a:endParaRPr kumimoji="0" sz="16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Take a screen shot image of the transition pathways diagram, paste it to your  word document, and caption it as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Figure 1. Normal succession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Once you paste it, it helps to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crop i</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t so that only the pathways diagram (the part inside the dotted box below) is left (similar to the diagram on the right). This makes it so that you do not submit an image that shows your whole screen.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pSp>
        <p:nvGrpSpPr>
          <p:cNvPr id="8" name="Group 7">
            <a:extLst>
              <a:ext uri="{FF2B5EF4-FFF2-40B4-BE49-F238E27FC236}">
                <a16:creationId xmlns:a16="http://schemas.microsoft.com/office/drawing/2014/main" id="{6018CF9F-9131-949E-754A-B965B4148F7E}"/>
              </a:ext>
            </a:extLst>
          </p:cNvPr>
          <p:cNvGrpSpPr/>
          <p:nvPr/>
        </p:nvGrpSpPr>
        <p:grpSpPr>
          <a:xfrm>
            <a:off x="164806" y="3557770"/>
            <a:ext cx="5121898" cy="2926172"/>
            <a:chOff x="2144110" y="2737948"/>
            <a:chExt cx="6949199" cy="4054698"/>
          </a:xfrm>
        </p:grpSpPr>
        <p:pic>
          <p:nvPicPr>
            <p:cNvPr id="4" name="Picture 3">
              <a:extLst>
                <a:ext uri="{FF2B5EF4-FFF2-40B4-BE49-F238E27FC236}">
                  <a16:creationId xmlns:a16="http://schemas.microsoft.com/office/drawing/2014/main" id="{BB563056-9B1E-FF73-024F-0E56FC78613D}"/>
                </a:ext>
              </a:extLst>
            </p:cNvPr>
            <p:cNvPicPr>
              <a:picLocks noChangeAspect="1"/>
            </p:cNvPicPr>
            <p:nvPr/>
          </p:nvPicPr>
          <p:blipFill rotWithShape="1">
            <a:blip r:embed="rId3"/>
            <a:srcRect b="6643"/>
            <a:stretch/>
          </p:blipFill>
          <p:spPr>
            <a:xfrm>
              <a:off x="2144110" y="2737948"/>
              <a:ext cx="6949199" cy="4054698"/>
            </a:xfrm>
            <a:prstGeom prst="rect">
              <a:avLst/>
            </a:prstGeom>
          </p:spPr>
        </p:pic>
        <p:sp>
          <p:nvSpPr>
            <p:cNvPr id="7" name="Google Shape;171;p9">
              <a:extLst>
                <a:ext uri="{FF2B5EF4-FFF2-40B4-BE49-F238E27FC236}">
                  <a16:creationId xmlns:a16="http://schemas.microsoft.com/office/drawing/2014/main" id="{99193E6F-152C-3FF2-8EFC-2732CA4CCAD8}"/>
                </a:ext>
              </a:extLst>
            </p:cNvPr>
            <p:cNvSpPr/>
            <p:nvPr/>
          </p:nvSpPr>
          <p:spPr>
            <a:xfrm>
              <a:off x="4159450" y="3512091"/>
              <a:ext cx="2183543" cy="2412847"/>
            </a:xfrm>
            <a:prstGeom prst="rect">
              <a:avLst/>
            </a:prstGeom>
            <a:noFill/>
            <a:ln w="22225" cap="flat" cmpd="sng">
              <a:solidFill>
                <a:schemeClr val="accent6">
                  <a:lumMod val="75000"/>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grpSp>
      <p:pic>
        <p:nvPicPr>
          <p:cNvPr id="9" name="Picture 8">
            <a:extLst>
              <a:ext uri="{FF2B5EF4-FFF2-40B4-BE49-F238E27FC236}">
                <a16:creationId xmlns:a16="http://schemas.microsoft.com/office/drawing/2014/main" id="{64BA7194-BC45-CC6F-E6E2-D96DAB8DEC0F}"/>
              </a:ext>
            </a:extLst>
          </p:cNvPr>
          <p:cNvPicPr>
            <a:picLocks noChangeAspect="1"/>
          </p:cNvPicPr>
          <p:nvPr/>
        </p:nvPicPr>
        <p:blipFill>
          <a:blip r:embed="rId4"/>
          <a:stretch>
            <a:fillRect/>
          </a:stretch>
        </p:blipFill>
        <p:spPr>
          <a:xfrm>
            <a:off x="5757763" y="3220498"/>
            <a:ext cx="3300656" cy="3600716"/>
          </a:xfrm>
          <a:prstGeom prst="rect">
            <a:avLst/>
          </a:prstGeom>
        </p:spPr>
      </p:pic>
      <p:sp>
        <p:nvSpPr>
          <p:cNvPr id="2" name="Slide Number Placeholder 1">
            <a:extLst>
              <a:ext uri="{FF2B5EF4-FFF2-40B4-BE49-F238E27FC236}">
                <a16:creationId xmlns:a16="http://schemas.microsoft.com/office/drawing/2014/main" id="{038C15EE-BC25-6DD9-C456-FCAF8B9EF4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8"/>
          <p:cNvSpPr txBox="1"/>
          <p:nvPr/>
        </p:nvSpPr>
        <p:spPr>
          <a:xfrm>
            <a:off x="110261" y="148273"/>
            <a:ext cx="9033739"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E. Explanation: what the boxes in the diagram and links connecting them mean</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177" name="Google Shape;177;p8"/>
          <p:cNvSpPr txBox="1"/>
          <p:nvPr/>
        </p:nvSpPr>
        <p:spPr>
          <a:xfrm>
            <a:off x="155355" y="600733"/>
            <a:ext cx="8833289" cy="332394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the pathway diagram:</a:t>
            </a:r>
          </a:p>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Each box represents a </a:t>
            </a: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succession stage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the system (</a:t>
            </a: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also called State classes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The general succession classes (state classes) we know in ecology are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Early succession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Mid succession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and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Late succession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For this activity however, a gradient of these state classes (subdivisions) is given. For example, we have  Mid 1 and Mid 2, representing 2 stages of the mid succession. In the pathway diagram you have here, both the Mid and Late state classes have two options each. The number and kinds of state classes will differ depending on the ecosystem (library) you are working with.</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18415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B050"/>
              </a:solidFill>
              <a:effectLst/>
              <a:uLnTx/>
              <a:uFillTx/>
              <a:latin typeface="Times New Roman" panose="02020603050405020304" pitchFamily="18" charset="0"/>
              <a:ea typeface="Calibri"/>
              <a:cs typeface="Times New Roman" panose="02020603050405020304" pitchFamily="18" charset="0"/>
              <a:sym typeface="Calibri"/>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a:t>
            </a:r>
            <a:r>
              <a:rPr kumimoji="0" lang="en-US" sz="1400" b="1"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green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lines connecting these boxes are the normal succession pathways the system goes through from one stage to another</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with no external disturbance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a:t>
            </a:r>
            <a:r>
              <a:rPr kumimoji="0" lang="en-US" sz="1400" b="1" i="0" u="none" strike="noStrike" kern="0" cap="none" spc="0" normalizeH="0" baseline="0" noProof="0" dirty="0">
                <a:ln>
                  <a:noFill/>
                </a:ln>
                <a:solidFill>
                  <a:srgbClr val="0070C0"/>
                </a:solidFill>
                <a:effectLst/>
                <a:uLnTx/>
                <a:uFillTx/>
                <a:latin typeface="Times New Roman" panose="02020603050405020304" pitchFamily="18" charset="0"/>
                <a:ea typeface="Calibri"/>
                <a:cs typeface="Times New Roman" panose="02020603050405020304" pitchFamily="18" charset="0"/>
                <a:sym typeface="Calibri"/>
              </a:rPr>
              <a:t>blue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lines connecting these boxes are the succession pathways the system goes through from one stage to another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there is some intervening disturbance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you introduce a disturbance to a system, it is the blue pathways that are affected and where movement happens.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pic>
        <p:nvPicPr>
          <p:cNvPr id="4" name="Picture 3">
            <a:extLst>
              <a:ext uri="{FF2B5EF4-FFF2-40B4-BE49-F238E27FC236}">
                <a16:creationId xmlns:a16="http://schemas.microsoft.com/office/drawing/2014/main" id="{D9A0963B-A6F7-806E-9FD5-94A37EA32B21}"/>
              </a:ext>
            </a:extLst>
          </p:cNvPr>
          <p:cNvPicPr>
            <a:picLocks noChangeAspect="1"/>
          </p:cNvPicPr>
          <p:nvPr/>
        </p:nvPicPr>
        <p:blipFill rotWithShape="1">
          <a:blip r:embed="rId3"/>
          <a:srcRect l="29692" t="19459" r="41797" b="30812"/>
          <a:stretch/>
        </p:blipFill>
        <p:spPr>
          <a:xfrm>
            <a:off x="3820510" y="3662164"/>
            <a:ext cx="2885090" cy="3145285"/>
          </a:xfrm>
          <a:prstGeom prst="rect">
            <a:avLst/>
          </a:prstGeom>
        </p:spPr>
      </p:pic>
      <p:sp>
        <p:nvSpPr>
          <p:cNvPr id="2" name="Slide Number Placeholder 1">
            <a:extLst>
              <a:ext uri="{FF2B5EF4-FFF2-40B4-BE49-F238E27FC236}">
                <a16:creationId xmlns:a16="http://schemas.microsoft.com/office/drawing/2014/main" id="{91F8B620-CA00-D9D8-3863-0FFBACA917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p:nvPr/>
        </p:nvSpPr>
        <p:spPr>
          <a:xfrm>
            <a:off x="120460" y="60230"/>
            <a:ext cx="8937959"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E. Explanation: Understanding the state classes and the linkages </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ubtitle 2">
            <a:extLst>
              <a:ext uri="{FF2B5EF4-FFF2-40B4-BE49-F238E27FC236}">
                <a16:creationId xmlns:a16="http://schemas.microsoft.com/office/drawing/2014/main" id="{C61FC044-CD03-600E-23AB-18DEF0838B6E}"/>
              </a:ext>
            </a:extLst>
          </p:cNvPr>
          <p:cNvSpPr>
            <a:spLocks noGrp="1"/>
          </p:cNvSpPr>
          <p:nvPr>
            <p:ph type="subTitle" idx="1"/>
          </p:nvPr>
        </p:nvSpPr>
        <p:spPr>
          <a:xfrm>
            <a:off x="215461" y="512582"/>
            <a:ext cx="8755118" cy="2383018"/>
          </a:xfrm>
        </p:spPr>
        <p:txBody>
          <a:bodyPr>
            <a:noAutofit/>
          </a:bodyPr>
          <a:lstStyle/>
          <a:p>
            <a:pPr marL="0" indent="0" algn="l">
              <a:spcBef>
                <a:spcPts val="0"/>
              </a:spcBef>
            </a:pPr>
            <a:r>
              <a:rPr lang="en-US" sz="1400" b="1" dirty="0">
                <a:latin typeface="Times New Roman" panose="02020603050405020304" pitchFamily="18" charset="0"/>
                <a:cs typeface="Times New Roman" panose="02020603050405020304" pitchFamily="18" charset="0"/>
              </a:rPr>
              <a:t>In the pathway diagram</a:t>
            </a:r>
          </a:p>
          <a:p>
            <a:pPr marL="0" indent="0" algn="l">
              <a:spcBef>
                <a:spcPts val="0"/>
              </a:spcBef>
            </a:pPr>
            <a:endParaRPr lang="en-US" sz="1400" dirty="0">
              <a:latin typeface="Times New Roman" panose="02020603050405020304" pitchFamily="18" charset="0"/>
              <a:cs typeface="Times New Roman" panose="02020603050405020304" pitchFamily="18" charset="0"/>
            </a:endParaRP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Each box has text inside it that tells you the name of the successional stage (e.g., early 1), the nature of the canopy (ALL, OPN or CLS), and how many years it lasts in that state class before moving to the next state class (e.g., 0-5)</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ecosystem you are working with for this activity has 5 successional stages: Early 1 (ALL), Mid 1 (OPN), Mid 2 (OPN), Late 1 (OPN) and Late 2 (CLS)</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Early 1 means early succession stage, and in this case, we only have one stage of this in this ecosystem; some ecosystem might have early 1 and early 2, which are just 2 gradients of the early succession stage, with early 1 being more of the initial early succession stage than the early 2 which would be a more developed/mature early succession stage. </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same logic applies to all the other stages. In this case, you have 2 mid succession stages (mid 1 and mid 2) and 2 late (late 1 and late 2) </a:t>
            </a:r>
          </a:p>
        </p:txBody>
      </p:sp>
      <p:pic>
        <p:nvPicPr>
          <p:cNvPr id="3" name="Picture 2">
            <a:extLst>
              <a:ext uri="{FF2B5EF4-FFF2-40B4-BE49-F238E27FC236}">
                <a16:creationId xmlns:a16="http://schemas.microsoft.com/office/drawing/2014/main" id="{7F309027-0BE5-4CE5-853B-105BB86C3BC9}"/>
              </a:ext>
            </a:extLst>
          </p:cNvPr>
          <p:cNvPicPr>
            <a:picLocks noChangeAspect="1"/>
          </p:cNvPicPr>
          <p:nvPr/>
        </p:nvPicPr>
        <p:blipFill>
          <a:blip r:embed="rId3"/>
          <a:stretch>
            <a:fillRect/>
          </a:stretch>
        </p:blipFill>
        <p:spPr>
          <a:xfrm>
            <a:off x="3741536" y="3294993"/>
            <a:ext cx="3209469" cy="3502777"/>
          </a:xfrm>
          <a:prstGeom prst="rect">
            <a:avLst/>
          </a:prstGeom>
        </p:spPr>
      </p:pic>
      <p:sp>
        <p:nvSpPr>
          <p:cNvPr id="4" name="Slide Number Placeholder 3">
            <a:extLst>
              <a:ext uri="{FF2B5EF4-FFF2-40B4-BE49-F238E27FC236}">
                <a16:creationId xmlns:a16="http://schemas.microsoft.com/office/drawing/2014/main" id="{968636C2-CA9C-CEEB-B39B-686FAA62CF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p:nvPr/>
        </p:nvSpPr>
        <p:spPr>
          <a:xfrm>
            <a:off x="120460" y="60230"/>
            <a:ext cx="8937959"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E. Explanation: Understanding the state classes and the linkages </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ubtitle 2">
            <a:extLst>
              <a:ext uri="{FF2B5EF4-FFF2-40B4-BE49-F238E27FC236}">
                <a16:creationId xmlns:a16="http://schemas.microsoft.com/office/drawing/2014/main" id="{C61FC044-CD03-600E-23AB-18DEF0838B6E}"/>
              </a:ext>
            </a:extLst>
          </p:cNvPr>
          <p:cNvSpPr>
            <a:spLocks noGrp="1"/>
          </p:cNvSpPr>
          <p:nvPr>
            <p:ph type="subTitle" idx="1"/>
          </p:nvPr>
        </p:nvSpPr>
        <p:spPr>
          <a:xfrm>
            <a:off x="173419" y="470541"/>
            <a:ext cx="8802415" cy="2566949"/>
          </a:xfrm>
        </p:spPr>
        <p:txBody>
          <a:bodyPr>
            <a:noAutofit/>
          </a:bodyPr>
          <a:lstStyle/>
          <a:p>
            <a:pPr marL="0" indent="0" algn="l">
              <a:spcBef>
                <a:spcPts val="0"/>
              </a:spcBef>
            </a:pPr>
            <a:r>
              <a:rPr lang="en-US" sz="1400" b="1" dirty="0">
                <a:latin typeface="Times New Roman" panose="02020603050405020304" pitchFamily="18" charset="0"/>
                <a:cs typeface="Times New Roman" panose="02020603050405020304" pitchFamily="18" charset="0"/>
              </a:rPr>
              <a:t>In the pathway diagram</a:t>
            </a:r>
          </a:p>
          <a:p>
            <a:pPr marL="0" indent="0" algn="l">
              <a:spcBef>
                <a:spcPts val="0"/>
              </a:spcBef>
            </a:pPr>
            <a:endParaRPr lang="en-US" sz="1400" dirty="0">
              <a:latin typeface="Times New Roman" panose="02020603050405020304" pitchFamily="18" charset="0"/>
              <a:cs typeface="Times New Roman" panose="02020603050405020304" pitchFamily="18" charset="0"/>
            </a:endParaRP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letters inside the box </a:t>
            </a:r>
            <a:r>
              <a:rPr lang="en-US" sz="1400" dirty="0">
                <a:latin typeface="Times New Roman" panose="02020603050405020304" pitchFamily="18" charset="0"/>
                <a:cs typeface="Times New Roman" panose="02020603050405020304" pitchFamily="18" charset="0"/>
              </a:rPr>
              <a:t>describe the structure of the canopy: Canopy is open (OPN), canopy is closed (CLS), or canopy has a mix of some open patches and some closed patches (ALL, meaning mixed structure). </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numbers inside the box </a:t>
            </a:r>
            <a:r>
              <a:rPr lang="en-US" sz="1400" dirty="0">
                <a:latin typeface="Times New Roman" panose="02020603050405020304" pitchFamily="18" charset="0"/>
                <a:cs typeface="Times New Roman" panose="02020603050405020304" pitchFamily="18" charset="0"/>
              </a:rPr>
              <a:t>gives the range of time in years the succession stage can remains in that stage before it moves to the next stage, under normal succession (i.e., with no intervening disturbance)</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For example: in this diagram, the stage Early 1 has ALL and 0-5. This means that this stage of early succession has a mixed structure canopy (ALL) and will typically last in this stage (early 1) for between 0 and 5 yrs, under normal conditions with no abnormal external disturbances (i.e., naturally).</a:t>
            </a:r>
          </a:p>
          <a:p>
            <a:pPr marL="740664" lvl="1"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After those 5 yrs., it should be expected to transition into the next stage, Mid 1, which will have a relatively open canopy (OPN) and last in that stage between 6 and 50 yrs. etc.</a:t>
            </a:r>
          </a:p>
          <a:p>
            <a:pPr marL="283464" indent="-283464" algn="l">
              <a:spcBef>
                <a:spcPts val="0"/>
              </a:spcBef>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 reminder that the details of each of these classes can be viewed using the “landfire” tab in the scenario pane, or by reading the oak literature document provided (supplemental material 2a).</a:t>
            </a:r>
          </a:p>
          <a:p>
            <a:pPr algn="l">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C286AB0-3C12-2416-D586-D8B05599AA30}"/>
              </a:ext>
            </a:extLst>
          </p:cNvPr>
          <p:cNvPicPr>
            <a:picLocks noChangeAspect="1"/>
          </p:cNvPicPr>
          <p:nvPr/>
        </p:nvPicPr>
        <p:blipFill>
          <a:blip r:embed="rId3"/>
          <a:stretch>
            <a:fillRect/>
          </a:stretch>
        </p:blipFill>
        <p:spPr>
          <a:xfrm>
            <a:off x="2987814" y="3182343"/>
            <a:ext cx="3293244" cy="3592630"/>
          </a:xfrm>
          <a:prstGeom prst="rect">
            <a:avLst/>
          </a:prstGeom>
        </p:spPr>
      </p:pic>
      <p:sp>
        <p:nvSpPr>
          <p:cNvPr id="4" name="Slide Number Placeholder 3">
            <a:extLst>
              <a:ext uri="{FF2B5EF4-FFF2-40B4-BE49-F238E27FC236}">
                <a16:creationId xmlns:a16="http://schemas.microsoft.com/office/drawing/2014/main" id="{144783D1-20A8-3BEB-34AD-544FAAE13B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spTree>
    <p:extLst>
      <p:ext uri="{BB962C8B-B14F-4D97-AF65-F5344CB8AC3E}">
        <p14:creationId xmlns:p14="http://schemas.microsoft.com/office/powerpoint/2010/main" val="1914669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p:nvPr/>
        </p:nvSpPr>
        <p:spPr>
          <a:xfrm>
            <a:off x="93996" y="113554"/>
            <a:ext cx="8964423" cy="58473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F. Now, we want to run the model to produce a graph showing how much of the ecosystem is classified under the different successional stages (state classes) previously described.</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190" name="Google Shape;190;p12"/>
          <p:cNvSpPr txBox="1"/>
          <p:nvPr/>
        </p:nvSpPr>
        <p:spPr>
          <a:xfrm>
            <a:off x="224062" y="817506"/>
            <a:ext cx="8683455" cy="1384954"/>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While you still have the scenario pane open, </a:t>
            </a:r>
            <a:r>
              <a:rPr kumimoji="0" lang="en-US" sz="1400" b="1"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click the “Run Control”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tab at the top &amp; ensure the numbers you entered in those boxes are still there (0, 1000 and 3).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Exit the scenario pane (the one that you have been looking at) by clicking the </a:t>
            </a:r>
            <a:r>
              <a:rPr kumimoji="0" lang="en-US" sz="1400" b="1" i="0" u="none" strike="noStrike" kern="0" cap="none" spc="0" normalizeH="0" baseline="0" noProof="0" dirty="0">
                <a:ln>
                  <a:noFill/>
                </a:ln>
                <a:solidFill>
                  <a:srgbClr val="C00000"/>
                </a:solidFill>
                <a:effectLst/>
                <a:uLnTx/>
                <a:uFillTx/>
                <a:latin typeface="Times New Roman" panose="02020603050405020304" pitchFamily="18" charset="0"/>
                <a:ea typeface="Calibri"/>
                <a:cs typeface="Times New Roman" panose="02020603050405020304" pitchFamily="18" charset="0"/>
                <a:sym typeface="Calibri"/>
              </a:rPr>
              <a:t>red X button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at the top right corner of this window, also shown by an arrow in the image below.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see how your window should look when done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grpSp>
        <p:nvGrpSpPr>
          <p:cNvPr id="2" name="Group 1">
            <a:extLst>
              <a:ext uri="{FF2B5EF4-FFF2-40B4-BE49-F238E27FC236}">
                <a16:creationId xmlns:a16="http://schemas.microsoft.com/office/drawing/2014/main" id="{F1F34BD6-D8CA-A5CC-65F5-059249854E29}"/>
              </a:ext>
            </a:extLst>
          </p:cNvPr>
          <p:cNvGrpSpPr/>
          <p:nvPr/>
        </p:nvGrpSpPr>
        <p:grpSpPr>
          <a:xfrm>
            <a:off x="2109220" y="2753714"/>
            <a:ext cx="6949199" cy="4054698"/>
            <a:chOff x="2154621" y="2737948"/>
            <a:chExt cx="6949199" cy="4054698"/>
          </a:xfrm>
        </p:grpSpPr>
        <p:pic>
          <p:nvPicPr>
            <p:cNvPr id="3" name="Picture 2">
              <a:extLst>
                <a:ext uri="{FF2B5EF4-FFF2-40B4-BE49-F238E27FC236}">
                  <a16:creationId xmlns:a16="http://schemas.microsoft.com/office/drawing/2014/main" id="{B6165456-12A7-166E-62D8-612B6AC74A92}"/>
                </a:ext>
              </a:extLst>
            </p:cNvPr>
            <p:cNvPicPr>
              <a:picLocks noChangeAspect="1"/>
            </p:cNvPicPr>
            <p:nvPr/>
          </p:nvPicPr>
          <p:blipFill rotWithShape="1">
            <a:blip r:embed="rId3"/>
            <a:srcRect b="6643"/>
            <a:stretch/>
          </p:blipFill>
          <p:spPr>
            <a:xfrm>
              <a:off x="2154621" y="2737948"/>
              <a:ext cx="6949199" cy="4054698"/>
            </a:xfrm>
            <a:prstGeom prst="rect">
              <a:avLst/>
            </a:prstGeom>
          </p:spPr>
        </p:pic>
        <p:cxnSp>
          <p:nvCxnSpPr>
            <p:cNvPr id="4" name="Google Shape;162;p7">
              <a:extLst>
                <a:ext uri="{FF2B5EF4-FFF2-40B4-BE49-F238E27FC236}">
                  <a16:creationId xmlns:a16="http://schemas.microsoft.com/office/drawing/2014/main" id="{32B9B27D-D741-8623-0AD8-6BD89191EB77}"/>
                </a:ext>
              </a:extLst>
            </p:cNvPr>
            <p:cNvCxnSpPr/>
            <p:nvPr/>
          </p:nvCxnSpPr>
          <p:spPr>
            <a:xfrm flipH="1">
              <a:off x="8519576" y="2836326"/>
              <a:ext cx="218929" cy="375795"/>
            </a:xfrm>
            <a:prstGeom prst="straightConnector1">
              <a:avLst/>
            </a:prstGeom>
            <a:noFill/>
            <a:ln w="25400" cap="flat" cmpd="sng">
              <a:solidFill>
                <a:schemeClr val="accent6">
                  <a:lumMod val="75000"/>
                </a:schemeClr>
              </a:solidFill>
              <a:prstDash val="solid"/>
              <a:round/>
              <a:headEnd type="none" w="sm" len="sm"/>
              <a:tailEnd type="triangle" w="med" len="med"/>
            </a:ln>
          </p:spPr>
        </p:cxnSp>
      </p:grpSp>
      <p:sp>
        <p:nvSpPr>
          <p:cNvPr id="5" name="Slide Number Placeholder 4">
            <a:extLst>
              <a:ext uri="{FF2B5EF4-FFF2-40B4-BE49-F238E27FC236}">
                <a16:creationId xmlns:a16="http://schemas.microsoft.com/office/drawing/2014/main" id="{1313DA94-71BC-9B71-84A9-675679403AA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3"/>
          <p:cNvSpPr txBox="1"/>
          <p:nvPr/>
        </p:nvSpPr>
        <p:spPr>
          <a:xfrm>
            <a:off x="143114" y="47538"/>
            <a:ext cx="8585250" cy="58473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F. Now, we want to run the model to produce a graph showing how much of the ecosystem is classified under the different successional stages (state classes) previously described.</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199" name="Google Shape;199;p13"/>
          <p:cNvSpPr txBox="1"/>
          <p:nvPr/>
        </p:nvSpPr>
        <p:spPr>
          <a:xfrm>
            <a:off x="310752" y="728298"/>
            <a:ext cx="5405631" cy="30773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Your window should now look similar to the one below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0E57023C-2AD8-DF81-4C1B-1D33CCC0635F}"/>
              </a:ext>
            </a:extLst>
          </p:cNvPr>
          <p:cNvPicPr>
            <a:picLocks noChangeAspect="1"/>
          </p:cNvPicPr>
          <p:nvPr/>
        </p:nvPicPr>
        <p:blipFill rotWithShape="1">
          <a:blip r:embed="rId3"/>
          <a:srcRect b="5816"/>
          <a:stretch/>
        </p:blipFill>
        <p:spPr>
          <a:xfrm>
            <a:off x="644684" y="2136253"/>
            <a:ext cx="7940566" cy="4674209"/>
          </a:xfrm>
          <a:prstGeom prst="rect">
            <a:avLst/>
          </a:prstGeom>
        </p:spPr>
      </p:pic>
      <p:sp>
        <p:nvSpPr>
          <p:cNvPr id="2" name="Slide Number Placeholder 1">
            <a:extLst>
              <a:ext uri="{FF2B5EF4-FFF2-40B4-BE49-F238E27FC236}">
                <a16:creationId xmlns:a16="http://schemas.microsoft.com/office/drawing/2014/main" id="{12E9A394-1819-8028-0314-A72FB4A51E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4"/>
          <p:cNvSpPr txBox="1"/>
          <p:nvPr/>
        </p:nvSpPr>
        <p:spPr>
          <a:xfrm>
            <a:off x="226413" y="67758"/>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G. Run your model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(for normal succession i.e., with no introduced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06" name="Google Shape;206;p14"/>
          <p:cNvSpPr txBox="1"/>
          <p:nvPr/>
        </p:nvSpPr>
        <p:spPr>
          <a:xfrm>
            <a:off x="226413" y="487761"/>
            <a:ext cx="8858394" cy="2677616"/>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We want to run the model for our original scenario (the Reference condition models) so we can produce a graph showing the proportions of the state classes i.e., how much of this ecosystem is made up of each of these classes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do that,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Reference condition models scenario once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highlight it (it will have a blue color over it once highlighted).</a:t>
            </a: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lang="en-US" dirty="0">
                <a:latin typeface="Times New Roman" panose="02020603050405020304" pitchFamily="18" charset="0"/>
                <a:ea typeface="Calibri"/>
                <a:cs typeface="Times New Roman" panose="02020603050405020304" pitchFamily="18" charset="0"/>
                <a:sym typeface="Calibri"/>
              </a:rPr>
              <a:t>Then </a:t>
            </a:r>
            <a:r>
              <a:rPr lang="en-US" i="1" dirty="0">
                <a:latin typeface="Times New Roman" panose="02020603050405020304" pitchFamily="18" charset="0"/>
                <a:ea typeface="Calibri"/>
                <a:cs typeface="Times New Roman" panose="02020603050405020304" pitchFamily="18" charset="0"/>
                <a:sym typeface="Calibri"/>
              </a:rPr>
              <a:t>right click it</a:t>
            </a:r>
            <a:r>
              <a:rPr lang="en-US" dirty="0">
                <a:latin typeface="Times New Roman" panose="02020603050405020304" pitchFamily="18" charset="0"/>
                <a:ea typeface="Calibri"/>
                <a:cs typeface="Times New Roman" panose="02020603050405020304" pitchFamily="18" charset="0"/>
                <a:sym typeface="Calibri"/>
              </a:rPr>
              <a:t>, and in the resulting box, </a:t>
            </a:r>
            <a:r>
              <a:rPr lang="en-US" i="1" dirty="0">
                <a:latin typeface="Times New Roman" panose="02020603050405020304" pitchFamily="18" charset="0"/>
                <a:ea typeface="Calibri"/>
                <a:cs typeface="Times New Roman" panose="02020603050405020304" pitchFamily="18" charset="0"/>
                <a:sym typeface="Calibri"/>
              </a:rPr>
              <a:t>click the “run” tab </a:t>
            </a:r>
            <a:r>
              <a:rPr lang="en-US" dirty="0">
                <a:latin typeface="Times New Roman" panose="02020603050405020304" pitchFamily="18" charset="0"/>
                <a:ea typeface="Calibri"/>
                <a:cs typeface="Times New Roman" panose="02020603050405020304" pitchFamily="18" charset="0"/>
                <a:sym typeface="Calibri"/>
              </a:rPr>
              <a:t>that’s towards the bottom of that box (shown with the arrow in the figure below). The run tab is typically a green arrow that points to the right,</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Going forward, right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clicking your scenario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them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selecting this “run” arrow</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is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how you run a model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for that scenario. This run tab is also on the top panel and can be clicked from there.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Once you click the run tab, a run monitor window will pop up to show progress and the run should complete in no time (since you asked it to do only 3 iterations of the run)..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see what your window should look like when done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grpSp>
        <p:nvGrpSpPr>
          <p:cNvPr id="5" name="Group 4">
            <a:extLst>
              <a:ext uri="{FF2B5EF4-FFF2-40B4-BE49-F238E27FC236}">
                <a16:creationId xmlns:a16="http://schemas.microsoft.com/office/drawing/2014/main" id="{C0CC9C75-E7AB-03E2-E404-4D5E445A6368}"/>
              </a:ext>
            </a:extLst>
          </p:cNvPr>
          <p:cNvGrpSpPr/>
          <p:nvPr/>
        </p:nvGrpSpPr>
        <p:grpSpPr>
          <a:xfrm>
            <a:off x="2046515" y="2982686"/>
            <a:ext cx="6846232" cy="3807555"/>
            <a:chOff x="1844565" y="2690207"/>
            <a:chExt cx="7048182" cy="4100035"/>
          </a:xfrm>
        </p:grpSpPr>
        <p:pic>
          <p:nvPicPr>
            <p:cNvPr id="3" name="Picture 2">
              <a:extLst>
                <a:ext uri="{FF2B5EF4-FFF2-40B4-BE49-F238E27FC236}">
                  <a16:creationId xmlns:a16="http://schemas.microsoft.com/office/drawing/2014/main" id="{A370DF3D-189B-C0BE-7DC4-EC96B43D5478}"/>
                </a:ext>
              </a:extLst>
            </p:cNvPr>
            <p:cNvPicPr>
              <a:picLocks noChangeAspect="1"/>
            </p:cNvPicPr>
            <p:nvPr/>
          </p:nvPicPr>
          <p:blipFill rotWithShape="1">
            <a:blip r:embed="rId3"/>
            <a:srcRect t="-86" b="7012"/>
            <a:stretch/>
          </p:blipFill>
          <p:spPr>
            <a:xfrm>
              <a:off x="1844565" y="2690207"/>
              <a:ext cx="7048182" cy="4100035"/>
            </a:xfrm>
            <a:prstGeom prst="rect">
              <a:avLst/>
            </a:prstGeom>
          </p:spPr>
        </p:pic>
        <p:cxnSp>
          <p:nvCxnSpPr>
            <p:cNvPr id="4" name="Google Shape;162;p7">
              <a:extLst>
                <a:ext uri="{FF2B5EF4-FFF2-40B4-BE49-F238E27FC236}">
                  <a16:creationId xmlns:a16="http://schemas.microsoft.com/office/drawing/2014/main" id="{8D1E905E-CAF4-4578-ACDA-1F67AA3EB329}"/>
                </a:ext>
              </a:extLst>
            </p:cNvPr>
            <p:cNvCxnSpPr/>
            <p:nvPr/>
          </p:nvCxnSpPr>
          <p:spPr>
            <a:xfrm flipH="1">
              <a:off x="2929968" y="4512727"/>
              <a:ext cx="218929" cy="375795"/>
            </a:xfrm>
            <a:prstGeom prst="straightConnector1">
              <a:avLst/>
            </a:prstGeom>
            <a:noFill/>
            <a:ln w="25400" cap="flat" cmpd="sng">
              <a:solidFill>
                <a:schemeClr val="accent6">
                  <a:lumMod val="75000"/>
                </a:schemeClr>
              </a:solidFill>
              <a:prstDash val="solid"/>
              <a:round/>
              <a:headEnd type="none" w="sm" len="sm"/>
              <a:tailEnd type="triangle" w="med" len="med"/>
            </a:ln>
          </p:spPr>
        </p:cxnSp>
      </p:grpSp>
      <p:sp>
        <p:nvSpPr>
          <p:cNvPr id="2" name="Slide Number Placeholder 1">
            <a:extLst>
              <a:ext uri="{FF2B5EF4-FFF2-40B4-BE49-F238E27FC236}">
                <a16:creationId xmlns:a16="http://schemas.microsoft.com/office/drawing/2014/main" id="{432BF4B6-4A99-6796-31DE-B80E9CB8244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5"/>
          <p:cNvSpPr txBox="1"/>
          <p:nvPr/>
        </p:nvSpPr>
        <p:spPr>
          <a:xfrm>
            <a:off x="115738" y="91652"/>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G. Run the model</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 (for normal succession i.e., with no introduced disturbance)</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 </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15" name="Google Shape;215;p15"/>
          <p:cNvSpPr txBox="1"/>
          <p:nvPr/>
        </p:nvSpPr>
        <p:spPr>
          <a:xfrm>
            <a:off x="238182" y="460984"/>
            <a:ext cx="8667636" cy="116951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the run is done, your run monitor window should look similar to the one below.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lvl="1" indent="-285750">
              <a:buSzPts val="1600"/>
              <a:buFont typeface="Arial"/>
              <a:buChar char="•"/>
              <a:defRPr/>
            </a:pPr>
            <a:r>
              <a:rPr kumimoji="0" lang="en-US"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a:t>
            </a:r>
            <a:r>
              <a:rPr kumimoji="0" lang="en-US"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blue text </a:t>
            </a:r>
            <a:r>
              <a:rPr kumimoji="0" lang="en-US"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(says </a:t>
            </a:r>
            <a:r>
              <a:rPr kumimoji="0" lang="en-US"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run log</a:t>
            </a:r>
            <a:r>
              <a:rPr kumimoji="0" lang="en-US"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and the box with a </a:t>
            </a:r>
            <a:r>
              <a:rPr kumimoji="0" lang="en-US"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green check in it </a:t>
            </a:r>
            <a:r>
              <a:rPr kumimoji="0" lang="en-US"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indicates that the model ran successfully with no errors during the run.</a:t>
            </a:r>
            <a:endParaRPr kumimoji="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lvl="1" indent="-285750">
              <a:buSzPts val="1600"/>
              <a:buFont typeface="Arial"/>
              <a:buChar char="•"/>
              <a:defRPr/>
            </a:pPr>
            <a:r>
              <a:rPr kumimoji="0" lang="en-US"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a:t>
            </a:r>
            <a:endParaRPr kumimoji="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pic>
        <p:nvPicPr>
          <p:cNvPr id="3" name="Picture 2">
            <a:extLst>
              <a:ext uri="{FF2B5EF4-FFF2-40B4-BE49-F238E27FC236}">
                <a16:creationId xmlns:a16="http://schemas.microsoft.com/office/drawing/2014/main" id="{A09B9F26-7202-A312-2A7F-A2D4556F08B1}"/>
              </a:ext>
            </a:extLst>
          </p:cNvPr>
          <p:cNvPicPr>
            <a:picLocks noChangeAspect="1"/>
          </p:cNvPicPr>
          <p:nvPr/>
        </p:nvPicPr>
        <p:blipFill rotWithShape="1">
          <a:blip r:embed="rId3"/>
          <a:srcRect b="6460"/>
          <a:stretch/>
        </p:blipFill>
        <p:spPr>
          <a:xfrm>
            <a:off x="683173" y="2520412"/>
            <a:ext cx="7262648" cy="4245936"/>
          </a:xfrm>
          <a:prstGeom prst="rect">
            <a:avLst/>
          </a:prstGeom>
        </p:spPr>
      </p:pic>
      <p:sp>
        <p:nvSpPr>
          <p:cNvPr id="2" name="Slide Number Placeholder 1">
            <a:extLst>
              <a:ext uri="{FF2B5EF4-FFF2-40B4-BE49-F238E27FC236}">
                <a16:creationId xmlns:a16="http://schemas.microsoft.com/office/drawing/2014/main" id="{C658E5B0-78DE-51BF-AAC8-98E8B2F0B3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61"/>
          <p:cNvSpPr txBox="1"/>
          <p:nvPr/>
        </p:nvSpPr>
        <p:spPr>
          <a:xfrm>
            <a:off x="115738" y="91652"/>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H. Exiting the run monitor window</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22" name="Google Shape;222;p61"/>
          <p:cNvSpPr txBox="1"/>
          <p:nvPr/>
        </p:nvSpPr>
        <p:spPr>
          <a:xfrm>
            <a:off x="238182" y="486484"/>
            <a:ext cx="8667636" cy="1600398"/>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have just run a model of the original scenario, and all that is left is to display your results.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Before the display, you need to exit the run monitor window (the one to the right that showed that your run was successful). </a:t>
            </a: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do that,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a:t>
            </a:r>
            <a:r>
              <a:rPr kumimoji="0" lang="en-US" sz="1400" i="1" u="none" strike="noStrike" kern="0" cap="none" spc="0" normalizeH="0" baseline="0" noProof="0" dirty="0">
                <a:ln>
                  <a:noFill/>
                </a:ln>
                <a:solidFill>
                  <a:srgbClr val="C00000"/>
                </a:solidFill>
                <a:effectLst/>
                <a:uLnTx/>
                <a:uFillTx/>
                <a:latin typeface="Times New Roman" panose="02020603050405020304" pitchFamily="18" charset="0"/>
                <a:ea typeface="Calibri"/>
                <a:cs typeface="Times New Roman" panose="02020603050405020304" pitchFamily="18" charset="0"/>
                <a:sym typeface="Calibri"/>
              </a:rPr>
              <a:t>red X</a:t>
            </a:r>
            <a:r>
              <a:rPr kumimoji="0" lang="en-US" sz="1400" b="0" i="1" u="none" strike="noStrike" kern="0" cap="none" spc="0" normalizeH="0" baseline="0" noProof="0" dirty="0">
                <a:ln>
                  <a:noFill/>
                </a:ln>
                <a:solidFill>
                  <a:srgbClr val="FF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the top right corner of the run monitor window (shown by the arrow in the figure below)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grpSp>
        <p:nvGrpSpPr>
          <p:cNvPr id="4" name="Group 3">
            <a:extLst>
              <a:ext uri="{FF2B5EF4-FFF2-40B4-BE49-F238E27FC236}">
                <a16:creationId xmlns:a16="http://schemas.microsoft.com/office/drawing/2014/main" id="{705051F9-66E3-B22F-DE30-0F75E7118D13}"/>
              </a:ext>
            </a:extLst>
          </p:cNvPr>
          <p:cNvGrpSpPr/>
          <p:nvPr/>
        </p:nvGrpSpPr>
        <p:grpSpPr>
          <a:xfrm>
            <a:off x="726055" y="2517068"/>
            <a:ext cx="7260965" cy="4249280"/>
            <a:chOff x="726055" y="2517068"/>
            <a:chExt cx="7260965" cy="4249280"/>
          </a:xfrm>
        </p:grpSpPr>
        <p:pic>
          <p:nvPicPr>
            <p:cNvPr id="2" name="Picture 1">
              <a:extLst>
                <a:ext uri="{FF2B5EF4-FFF2-40B4-BE49-F238E27FC236}">
                  <a16:creationId xmlns:a16="http://schemas.microsoft.com/office/drawing/2014/main" id="{C01E6094-6251-EBF2-0181-06B054E26EAE}"/>
                </a:ext>
              </a:extLst>
            </p:cNvPr>
            <p:cNvPicPr>
              <a:picLocks noChangeAspect="1"/>
            </p:cNvPicPr>
            <p:nvPr/>
          </p:nvPicPr>
          <p:blipFill>
            <a:blip r:embed="rId3"/>
            <a:stretch>
              <a:fillRect/>
            </a:stretch>
          </p:blipFill>
          <p:spPr>
            <a:xfrm>
              <a:off x="726055" y="2517068"/>
              <a:ext cx="7260965" cy="4249280"/>
            </a:xfrm>
            <a:prstGeom prst="rect">
              <a:avLst/>
            </a:prstGeom>
          </p:spPr>
        </p:pic>
        <p:cxnSp>
          <p:nvCxnSpPr>
            <p:cNvPr id="3" name="Google Shape;162;p7">
              <a:extLst>
                <a:ext uri="{FF2B5EF4-FFF2-40B4-BE49-F238E27FC236}">
                  <a16:creationId xmlns:a16="http://schemas.microsoft.com/office/drawing/2014/main" id="{E6855F6A-0166-8A3A-FD07-4227AAF6E70E}"/>
                </a:ext>
              </a:extLst>
            </p:cNvPr>
            <p:cNvCxnSpPr/>
            <p:nvPr/>
          </p:nvCxnSpPr>
          <p:spPr>
            <a:xfrm flipH="1">
              <a:off x="6030520" y="3429000"/>
              <a:ext cx="218929" cy="375795"/>
            </a:xfrm>
            <a:prstGeom prst="straightConnector1">
              <a:avLst/>
            </a:prstGeom>
            <a:noFill/>
            <a:ln w="25400" cap="flat" cmpd="sng">
              <a:solidFill>
                <a:schemeClr val="accent6">
                  <a:lumMod val="75000"/>
                </a:schemeClr>
              </a:solidFill>
              <a:prstDash val="solid"/>
              <a:round/>
              <a:headEnd type="none" w="sm" len="sm"/>
              <a:tailEnd type="triangle" w="med" len="med"/>
            </a:ln>
          </p:spPr>
        </p:cxnSp>
      </p:grpSp>
      <p:sp>
        <p:nvSpPr>
          <p:cNvPr id="5" name="Slide Number Placeholder 4">
            <a:extLst>
              <a:ext uri="{FF2B5EF4-FFF2-40B4-BE49-F238E27FC236}">
                <a16:creationId xmlns:a16="http://schemas.microsoft.com/office/drawing/2014/main" id="{61A4BBD7-FF36-96A1-A408-5EC6F873F2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6"/>
          <p:cNvSpPr txBox="1"/>
          <p:nvPr/>
        </p:nvSpPr>
        <p:spPr>
          <a:xfrm>
            <a:off x="247148" y="71180"/>
            <a:ext cx="6304320"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H. Exiting the run monitor window</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31" name="Google Shape;231;p16"/>
          <p:cNvSpPr txBox="1"/>
          <p:nvPr/>
        </p:nvSpPr>
        <p:spPr>
          <a:xfrm>
            <a:off x="202591" y="506359"/>
            <a:ext cx="8873868" cy="1384954"/>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Your workspace should now look similar to the one below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Notice that the original scenario (the Reference condition models) now has a little arrow pointing to it (shown by the arrow in the figure below). The presence of this arrow tells you that the model for this library has run and has generated results.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the next slide to see the line of results that this arrow indicates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18415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grpSp>
        <p:nvGrpSpPr>
          <p:cNvPr id="7" name="Group 6">
            <a:extLst>
              <a:ext uri="{FF2B5EF4-FFF2-40B4-BE49-F238E27FC236}">
                <a16:creationId xmlns:a16="http://schemas.microsoft.com/office/drawing/2014/main" id="{564EB583-DE26-B800-B4B6-C9770AC73AD6}"/>
              </a:ext>
            </a:extLst>
          </p:cNvPr>
          <p:cNvGrpSpPr/>
          <p:nvPr/>
        </p:nvGrpSpPr>
        <p:grpSpPr>
          <a:xfrm>
            <a:off x="714704" y="2560348"/>
            <a:ext cx="7311913" cy="4226472"/>
            <a:chOff x="714704" y="2560348"/>
            <a:chExt cx="7311913" cy="4226472"/>
          </a:xfrm>
        </p:grpSpPr>
        <p:pic>
          <p:nvPicPr>
            <p:cNvPr id="3" name="Picture 2">
              <a:extLst>
                <a:ext uri="{FF2B5EF4-FFF2-40B4-BE49-F238E27FC236}">
                  <a16:creationId xmlns:a16="http://schemas.microsoft.com/office/drawing/2014/main" id="{E798E5E6-2CCB-581A-3F0B-5B4E4F0B2961}"/>
                </a:ext>
              </a:extLst>
            </p:cNvPr>
            <p:cNvPicPr>
              <a:picLocks noChangeAspect="1"/>
            </p:cNvPicPr>
            <p:nvPr/>
          </p:nvPicPr>
          <p:blipFill rotWithShape="1">
            <a:blip r:embed="rId3"/>
            <a:srcRect b="6643"/>
            <a:stretch/>
          </p:blipFill>
          <p:spPr>
            <a:xfrm>
              <a:off x="783021" y="2560348"/>
              <a:ext cx="7243596" cy="4226472"/>
            </a:xfrm>
            <a:prstGeom prst="rect">
              <a:avLst/>
            </a:prstGeom>
          </p:spPr>
        </p:pic>
        <p:cxnSp>
          <p:nvCxnSpPr>
            <p:cNvPr id="4" name="Google Shape;162;p7">
              <a:extLst>
                <a:ext uri="{FF2B5EF4-FFF2-40B4-BE49-F238E27FC236}">
                  <a16:creationId xmlns:a16="http://schemas.microsoft.com/office/drawing/2014/main" id="{DDFADBD6-9F72-2307-8FC9-09075E6CBBE7}"/>
                </a:ext>
              </a:extLst>
            </p:cNvPr>
            <p:cNvCxnSpPr>
              <a:cxnSpLocks/>
            </p:cNvCxnSpPr>
            <p:nvPr/>
          </p:nvCxnSpPr>
          <p:spPr>
            <a:xfrm flipV="1">
              <a:off x="714704" y="3381704"/>
              <a:ext cx="339168" cy="283729"/>
            </a:xfrm>
            <a:prstGeom prst="straightConnector1">
              <a:avLst/>
            </a:prstGeom>
            <a:noFill/>
            <a:ln w="25400" cap="flat" cmpd="sng">
              <a:solidFill>
                <a:schemeClr val="accent6">
                  <a:lumMod val="75000"/>
                </a:schemeClr>
              </a:solidFill>
              <a:prstDash val="solid"/>
              <a:round/>
              <a:headEnd type="none" w="sm" len="sm"/>
              <a:tailEnd type="triangle" w="med" len="med"/>
            </a:ln>
          </p:spPr>
        </p:cxnSp>
      </p:grpSp>
      <p:sp>
        <p:nvSpPr>
          <p:cNvPr id="2" name="Slide Number Placeholder 1">
            <a:extLst>
              <a:ext uri="{FF2B5EF4-FFF2-40B4-BE49-F238E27FC236}">
                <a16:creationId xmlns:a16="http://schemas.microsoft.com/office/drawing/2014/main" id="{72B1F20C-ACD7-0740-CE20-A498E9BC1A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62"/>
          <p:cNvSpPr txBox="1"/>
          <p:nvPr/>
        </p:nvSpPr>
        <p:spPr>
          <a:xfrm>
            <a:off x="247148" y="71180"/>
            <a:ext cx="6304320"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I. Viewing the result lines in the library explorer pane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40" name="Google Shape;240;p62"/>
          <p:cNvSpPr txBox="1"/>
          <p:nvPr/>
        </p:nvSpPr>
        <p:spPr>
          <a:xfrm>
            <a:off x="202591" y="506359"/>
            <a:ext cx="8873868" cy="1384954"/>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you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little arrow pointing to the Reference condition model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scenario, you will see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results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below it.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results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will also have an arrow pointing to it, and if you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that arrow</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it will show a line of results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See below for what it looks like when you click these two sets of arrows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Note that to hide the results, you just need to click the two arrows again, the one pointing to the results, and the one pointing to the scenario</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18415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FF"/>
              </a:solidFill>
              <a:effectLst/>
              <a:uLnTx/>
              <a:uFillTx/>
              <a:latin typeface="Times New Roman" panose="02020603050405020304" pitchFamily="18" charset="0"/>
              <a:ea typeface="Calibri"/>
              <a:cs typeface="Times New Roman" panose="02020603050405020304" pitchFamily="18" charset="0"/>
              <a:sym typeface="Calibri"/>
            </a:endParaRPr>
          </a:p>
        </p:txBody>
      </p:sp>
      <p:pic>
        <p:nvPicPr>
          <p:cNvPr id="3" name="Picture 2">
            <a:extLst>
              <a:ext uri="{FF2B5EF4-FFF2-40B4-BE49-F238E27FC236}">
                <a16:creationId xmlns:a16="http://schemas.microsoft.com/office/drawing/2014/main" id="{404FE666-FCE7-C261-B4D8-CA3570FC83FF}"/>
              </a:ext>
            </a:extLst>
          </p:cNvPr>
          <p:cNvPicPr>
            <a:picLocks noChangeAspect="1"/>
          </p:cNvPicPr>
          <p:nvPr/>
        </p:nvPicPr>
        <p:blipFill rotWithShape="1">
          <a:blip r:embed="rId3"/>
          <a:srcRect r="51839" b="69540"/>
          <a:stretch/>
        </p:blipFill>
        <p:spPr>
          <a:xfrm>
            <a:off x="625365" y="3204342"/>
            <a:ext cx="7607829" cy="3007272"/>
          </a:xfrm>
          <a:prstGeom prst="rect">
            <a:avLst/>
          </a:prstGeom>
        </p:spPr>
      </p:pic>
      <p:sp>
        <p:nvSpPr>
          <p:cNvPr id="2" name="Slide Number Placeholder 1">
            <a:extLst>
              <a:ext uri="{FF2B5EF4-FFF2-40B4-BE49-F238E27FC236}">
                <a16:creationId xmlns:a16="http://schemas.microsoft.com/office/drawing/2014/main" id="{41CD6956-4542-CF0A-EAAE-7BEE476647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7"/>
          <p:cNvSpPr txBox="1"/>
          <p:nvPr/>
        </p:nvSpPr>
        <p:spPr>
          <a:xfrm>
            <a:off x="95250" y="113554"/>
            <a:ext cx="8939241"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J. Next, you want to produce in a graph, the results of the model you just ran</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47" name="Google Shape;247;p17"/>
          <p:cNvSpPr txBox="1"/>
          <p:nvPr/>
        </p:nvSpPr>
        <p:spPr>
          <a:xfrm>
            <a:off x="167898" y="540986"/>
            <a:ext cx="8786915" cy="2893059"/>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panose="020B0604020202020204" pitchFamily="34" charset="0"/>
              <a:buChar char="•"/>
              <a:tabLst/>
              <a:defRPr/>
            </a:pPr>
            <a:r>
              <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Because you plan to make a graph, which in this activity is classified as a </a:t>
            </a:r>
            <a:r>
              <a:rPr kumimoji="0" lang="en-US" sz="1400" b="1"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chart</a:t>
            </a:r>
            <a:r>
              <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 you need to create a new chart and name it, as follows</a:t>
            </a:r>
            <a:endPar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i="1"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Click the “New Chart” </a:t>
            </a:r>
            <a:r>
              <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tab (shown by the arrow in the figure below). A little chart box with a </a:t>
            </a:r>
            <a:r>
              <a:rPr kumimoji="0" lang="en-US" sz="1400" b="1"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“chart1” </a:t>
            </a:r>
            <a:r>
              <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written inside it will come up (the little box to the right in the image below)</a:t>
            </a:r>
            <a:endPar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Rename the chart by replacing the “Chart1” with </a:t>
            </a:r>
            <a:r>
              <a:rPr kumimoji="0" lang="en-US" sz="1400" b="1"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“oak forest” </a:t>
            </a:r>
            <a:r>
              <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(just type that in there). You can also name this chart whatever name you want</a:t>
            </a:r>
            <a:endPar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i="1"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click Ok </a:t>
            </a:r>
            <a:r>
              <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and a new window will come up. </a:t>
            </a: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If everything ran correctly, go to next slide to see this new window</a:t>
            </a:r>
            <a:endParaRPr kumimoji="0" lang="en-US" sz="1400" b="0" i="0" u="none" strike="noStrike" kern="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sym typeface="Arial"/>
            </a:endParaRPr>
          </a:p>
          <a:p>
            <a:pPr marL="800100" lvl="2" indent="-342900">
              <a:buSzPts val="1600"/>
              <a:buFont typeface="Arial"/>
              <a:buChar char="•"/>
            </a:pPr>
            <a:r>
              <a:rPr kumimoji="0" lang="en-US" b="1"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Note:</a:t>
            </a:r>
            <a:r>
              <a:rPr kumimoji="0" lang="en-US"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 If using a personal </a:t>
            </a:r>
            <a:r>
              <a:rPr lang="en-US" dirty="0">
                <a:solidFill>
                  <a:schemeClr val="tx1"/>
                </a:solidFill>
                <a:latin typeface="Times New Roman" panose="02020603050405020304" pitchFamily="18" charset="0"/>
                <a:ea typeface="Calibri"/>
                <a:cs typeface="Times New Roman" panose="02020603050405020304" pitchFamily="18" charset="0"/>
                <a:sym typeface="Calibri"/>
              </a:rPr>
              <a:t>computer, </a:t>
            </a:r>
            <a:r>
              <a:rPr kumimoji="0" lang="en-US"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sometimes you might get an error message once you click ok as above. This is likely a computer specific glitch common with some personal computers, and in many instances, using a different computer can help. If you run into this problem, it is preferable to use a university computer where </a:t>
            </a:r>
            <a:r>
              <a:rPr kumimoji="0" lang="en-US" b="0" i="0" u="none" strike="noStrike" kern="0" cap="none" spc="0" normalizeH="0" baseline="0" noProof="0" dirty="0" err="1">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SyncroSim</a:t>
            </a:r>
            <a:r>
              <a:rPr kumimoji="0" lang="en-US"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rPr>
              <a:t> is likely to have been installed correctly, rather than a personal computer.</a:t>
            </a:r>
            <a:endParaRPr kumimoji="0" lang="en-US" b="0" i="0" u="none" strike="noStrike" kern="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chemeClr val="tx1"/>
              </a:solidFill>
              <a:effectLst/>
              <a:uLnTx/>
              <a:uFillTx/>
              <a:latin typeface="Times New Roman" panose="02020603050405020304" pitchFamily="18" charset="0"/>
              <a:ea typeface="Calibri"/>
              <a:cs typeface="Times New Roman" panose="02020603050405020304" pitchFamily="18" charset="0"/>
              <a:sym typeface="Calibri"/>
            </a:endParaRPr>
          </a:p>
        </p:txBody>
      </p:sp>
      <p:grpSp>
        <p:nvGrpSpPr>
          <p:cNvPr id="5" name="Group 4">
            <a:extLst>
              <a:ext uri="{FF2B5EF4-FFF2-40B4-BE49-F238E27FC236}">
                <a16:creationId xmlns:a16="http://schemas.microsoft.com/office/drawing/2014/main" id="{6ABA003E-805E-6621-F22E-BEC52DC1ADD6}"/>
              </a:ext>
            </a:extLst>
          </p:cNvPr>
          <p:cNvGrpSpPr/>
          <p:nvPr/>
        </p:nvGrpSpPr>
        <p:grpSpPr>
          <a:xfrm>
            <a:off x="1261241" y="3273972"/>
            <a:ext cx="6537975" cy="3584028"/>
            <a:chOff x="970789" y="2994134"/>
            <a:chExt cx="6828427" cy="3863866"/>
          </a:xfrm>
        </p:grpSpPr>
        <p:pic>
          <p:nvPicPr>
            <p:cNvPr id="3" name="Picture 2">
              <a:extLst>
                <a:ext uri="{FF2B5EF4-FFF2-40B4-BE49-F238E27FC236}">
                  <a16:creationId xmlns:a16="http://schemas.microsoft.com/office/drawing/2014/main" id="{F564E7F6-D239-974E-7EE8-5F3FA1DD5053}"/>
                </a:ext>
              </a:extLst>
            </p:cNvPr>
            <p:cNvPicPr>
              <a:picLocks noChangeAspect="1"/>
            </p:cNvPicPr>
            <p:nvPr/>
          </p:nvPicPr>
          <p:blipFill rotWithShape="1">
            <a:blip r:embed="rId3"/>
            <a:srcRect b="7011"/>
            <a:stretch/>
          </p:blipFill>
          <p:spPr>
            <a:xfrm>
              <a:off x="1150883" y="2994134"/>
              <a:ext cx="6648333" cy="3863866"/>
            </a:xfrm>
            <a:prstGeom prst="rect">
              <a:avLst/>
            </a:prstGeom>
          </p:spPr>
        </p:pic>
        <p:cxnSp>
          <p:nvCxnSpPr>
            <p:cNvPr id="4" name="Google Shape;162;p7">
              <a:extLst>
                <a:ext uri="{FF2B5EF4-FFF2-40B4-BE49-F238E27FC236}">
                  <a16:creationId xmlns:a16="http://schemas.microsoft.com/office/drawing/2014/main" id="{7A8E6D40-8266-E93A-2989-E9591B4E9342}"/>
                </a:ext>
              </a:extLst>
            </p:cNvPr>
            <p:cNvCxnSpPr>
              <a:cxnSpLocks/>
            </p:cNvCxnSpPr>
            <p:nvPr/>
          </p:nvCxnSpPr>
          <p:spPr>
            <a:xfrm flipV="1">
              <a:off x="970789" y="5362904"/>
              <a:ext cx="339168" cy="283729"/>
            </a:xfrm>
            <a:prstGeom prst="straightConnector1">
              <a:avLst/>
            </a:prstGeom>
            <a:noFill/>
            <a:ln w="25400" cap="flat" cmpd="sng">
              <a:solidFill>
                <a:schemeClr val="accent6">
                  <a:lumMod val="75000"/>
                </a:schemeClr>
              </a:solidFill>
              <a:prstDash val="solid"/>
              <a:round/>
              <a:headEnd type="none" w="sm" len="sm"/>
              <a:tailEnd type="triangle" w="med" len="med"/>
            </a:ln>
          </p:spPr>
        </p:cxnSp>
      </p:grpSp>
      <p:sp>
        <p:nvSpPr>
          <p:cNvPr id="2" name="Slide Number Placeholder 1">
            <a:extLst>
              <a:ext uri="{FF2B5EF4-FFF2-40B4-BE49-F238E27FC236}">
                <a16:creationId xmlns:a16="http://schemas.microsoft.com/office/drawing/2014/main" id="{D26F6BF0-107D-512C-445D-0E9AC6DD4E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8"/>
          <p:cNvSpPr txBox="1"/>
          <p:nvPr/>
        </p:nvSpPr>
        <p:spPr>
          <a:xfrm>
            <a:off x="105805" y="118710"/>
            <a:ext cx="8503372"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J. Next, you want to produce in a graph, the results of the model you just ran</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56" name="Google Shape;256;p18"/>
          <p:cNvSpPr txBox="1"/>
          <p:nvPr/>
        </p:nvSpPr>
        <p:spPr>
          <a:xfrm>
            <a:off x="182461" y="566589"/>
            <a:ext cx="7800744" cy="1384954"/>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window below shows what should pop up after the previous step</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3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Note: When the new window pops up (the one to the right in the image below), it will likely be overlaying the library explorer pane that is to the left. </a:t>
            </a:r>
            <a:r>
              <a:rPr lang="en-US" dirty="0">
                <a:latin typeface="Times New Roman" panose="02020603050405020304" pitchFamily="18" charset="0"/>
                <a:ea typeface="Calibri"/>
                <a:cs typeface="Times New Roman" panose="02020603050405020304" pitchFamily="18" charset="0"/>
                <a:sym typeface="Calibri"/>
              </a:rPr>
              <a:t>For</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the two to appear side by side, just drag the new window to the open blue space to the right, so it's sitting next to the library explorer pane, similar to how it shows in the image below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done arranging them go to the next slide to continue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5000DFCC-1E9A-DE9A-7D1D-9B909DBC485A}"/>
              </a:ext>
            </a:extLst>
          </p:cNvPr>
          <p:cNvPicPr>
            <a:picLocks noChangeAspect="1"/>
          </p:cNvPicPr>
          <p:nvPr/>
        </p:nvPicPr>
        <p:blipFill rotWithShape="1">
          <a:blip r:embed="rId3"/>
          <a:srcRect b="7011"/>
          <a:stretch/>
        </p:blipFill>
        <p:spPr>
          <a:xfrm>
            <a:off x="444062" y="2002058"/>
            <a:ext cx="8255876" cy="4798135"/>
          </a:xfrm>
          <a:prstGeom prst="rect">
            <a:avLst/>
          </a:prstGeom>
        </p:spPr>
      </p:pic>
      <p:sp>
        <p:nvSpPr>
          <p:cNvPr id="2" name="Slide Number Placeholder 1">
            <a:extLst>
              <a:ext uri="{FF2B5EF4-FFF2-40B4-BE49-F238E27FC236}">
                <a16:creationId xmlns:a16="http://schemas.microsoft.com/office/drawing/2014/main" id="{8F400751-50AA-59F7-9CA0-BC5B4C43C3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9"/>
          <p:cNvSpPr txBox="1"/>
          <p:nvPr/>
        </p:nvSpPr>
        <p:spPr>
          <a:xfrm>
            <a:off x="71934" y="42736"/>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Rockwel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J. Next, you want to produce in a graph, the results of the model you just ran</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63" name="Google Shape;263;p19"/>
          <p:cNvSpPr txBox="1"/>
          <p:nvPr/>
        </p:nvSpPr>
        <p:spPr>
          <a:xfrm>
            <a:off x="65706" y="525643"/>
            <a:ext cx="9009978" cy="1815841"/>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Before you get a graph, you need to tell the graph a few more things that you would like it to show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First, you want to make sure the graph produced is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 bar graph, not a line graph</a:t>
            </a:r>
            <a:endParaRPr kumimoji="0"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dropdown under “line chart”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select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“column chart”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(area circled in the figure below)</a:t>
            </a:r>
            <a:r>
              <a:rPr kumimoji="0" lang="en-US" sz="1400" b="0" i="0" u="none" strike="noStrike" kern="0" cap="none" spc="0" normalizeH="0" baseline="0" noProof="0" dirty="0">
                <a:ln>
                  <a:noFill/>
                </a:ln>
                <a:solidFill>
                  <a:srgbClr val="0000FF"/>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3"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ensures that you will have each succession stage presented as a bar graph, not as line.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3"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you do not select the column option here, your graph will have lines instead and you don’t want that, for this activity</a:t>
            </a:r>
            <a:r>
              <a:rPr kumimoji="0" lang="en-US" sz="1400" b="0" i="0" u="none" strike="noStrike" kern="0" cap="none" spc="0" normalizeH="0" baseline="0" noProof="0" dirty="0">
                <a:ln>
                  <a:noFill/>
                </a:ln>
                <a:solidFill>
                  <a:srgbClr val="0000FF"/>
                </a:solidFill>
                <a:effectLst/>
                <a:uLnTx/>
                <a:uFillTx/>
                <a:latin typeface="Times New Roman" panose="02020603050405020304" pitchFamily="18" charset="0"/>
                <a:ea typeface="Calibri"/>
                <a:cs typeface="Times New Roman" panose="02020603050405020304" pitchFamily="18" charset="0"/>
                <a:sym typeface="Calibri"/>
              </a:rPr>
              <a: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done with that, go to the next slide to see how the screen should look</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grpSp>
        <p:nvGrpSpPr>
          <p:cNvPr id="5" name="Group 4">
            <a:extLst>
              <a:ext uri="{FF2B5EF4-FFF2-40B4-BE49-F238E27FC236}">
                <a16:creationId xmlns:a16="http://schemas.microsoft.com/office/drawing/2014/main" id="{56CAF84D-256D-0B75-3033-6B9FD7C65AFA}"/>
              </a:ext>
            </a:extLst>
          </p:cNvPr>
          <p:cNvGrpSpPr/>
          <p:nvPr/>
        </p:nvGrpSpPr>
        <p:grpSpPr>
          <a:xfrm>
            <a:off x="528606" y="2359567"/>
            <a:ext cx="7651531" cy="4455697"/>
            <a:chOff x="528606" y="2359567"/>
            <a:chExt cx="7651531" cy="4455697"/>
          </a:xfrm>
        </p:grpSpPr>
        <p:pic>
          <p:nvPicPr>
            <p:cNvPr id="3" name="Picture 2">
              <a:extLst>
                <a:ext uri="{FF2B5EF4-FFF2-40B4-BE49-F238E27FC236}">
                  <a16:creationId xmlns:a16="http://schemas.microsoft.com/office/drawing/2014/main" id="{F6F86F05-97CB-3142-5262-020331E815F9}"/>
                </a:ext>
              </a:extLst>
            </p:cNvPr>
            <p:cNvPicPr>
              <a:picLocks noChangeAspect="1"/>
            </p:cNvPicPr>
            <p:nvPr/>
          </p:nvPicPr>
          <p:blipFill rotWithShape="1">
            <a:blip r:embed="rId3"/>
            <a:srcRect b="6828"/>
            <a:stretch/>
          </p:blipFill>
          <p:spPr>
            <a:xfrm>
              <a:off x="528606" y="2359567"/>
              <a:ext cx="7651531" cy="4455697"/>
            </a:xfrm>
            <a:prstGeom prst="rect">
              <a:avLst/>
            </a:prstGeom>
          </p:spPr>
        </p:pic>
        <p:sp>
          <p:nvSpPr>
            <p:cNvPr id="4" name="Google Shape;266;p19">
              <a:extLst>
                <a:ext uri="{FF2B5EF4-FFF2-40B4-BE49-F238E27FC236}">
                  <a16:creationId xmlns:a16="http://schemas.microsoft.com/office/drawing/2014/main" id="{24491646-3164-A001-973C-6B01BFD94BEA}"/>
                </a:ext>
              </a:extLst>
            </p:cNvPr>
            <p:cNvSpPr/>
            <p:nvPr/>
          </p:nvSpPr>
          <p:spPr>
            <a:xfrm>
              <a:off x="2603080" y="3141233"/>
              <a:ext cx="656488" cy="371139"/>
            </a:xfrm>
            <a:prstGeom prst="ellipse">
              <a:avLst/>
            </a:prstGeom>
            <a:noFill/>
            <a:ln w="25400" cap="flat" cmpd="sng">
              <a:solidFill>
                <a:schemeClr val="accent6">
                  <a:lumMod val="75000"/>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1B90E8A0-BB3B-566F-59A9-2B535923A7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0"/>
          <p:cNvSpPr txBox="1"/>
          <p:nvPr/>
        </p:nvSpPr>
        <p:spPr>
          <a:xfrm>
            <a:off x="148244" y="478982"/>
            <a:ext cx="8847919" cy="1569620"/>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Your screen should now look similar to the one below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now have 3 tabs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(shown in the circled area below):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State classes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Transitions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and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time since transitions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p>
          <a:p>
            <a:pPr marL="742950" marR="0" lvl="1"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Each has a dropdown/pointed arrow before it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Next, you are going to make selections using the dropdowns/arrows for each of the 3 tabs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do that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2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272" name="Google Shape;272;p20"/>
          <p:cNvSpPr txBox="1"/>
          <p:nvPr/>
        </p:nvSpPr>
        <p:spPr>
          <a:xfrm>
            <a:off x="93835" y="57636"/>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Rockwel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J. Next, you want to produce in a graph, the results of the model you just ran</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pSp>
        <p:nvGrpSpPr>
          <p:cNvPr id="5" name="Group 4">
            <a:extLst>
              <a:ext uri="{FF2B5EF4-FFF2-40B4-BE49-F238E27FC236}">
                <a16:creationId xmlns:a16="http://schemas.microsoft.com/office/drawing/2014/main" id="{57930610-978D-5312-AA79-02C67305D331}"/>
              </a:ext>
            </a:extLst>
          </p:cNvPr>
          <p:cNvGrpSpPr/>
          <p:nvPr/>
        </p:nvGrpSpPr>
        <p:grpSpPr>
          <a:xfrm>
            <a:off x="509751" y="2242816"/>
            <a:ext cx="7818716" cy="4557548"/>
            <a:chOff x="509751" y="2242816"/>
            <a:chExt cx="7818716" cy="4557548"/>
          </a:xfrm>
        </p:grpSpPr>
        <p:pic>
          <p:nvPicPr>
            <p:cNvPr id="3" name="Picture 2">
              <a:extLst>
                <a:ext uri="{FF2B5EF4-FFF2-40B4-BE49-F238E27FC236}">
                  <a16:creationId xmlns:a16="http://schemas.microsoft.com/office/drawing/2014/main" id="{F6AC13E1-FCE3-A39F-FE1D-1BB767663DE5}"/>
                </a:ext>
              </a:extLst>
            </p:cNvPr>
            <p:cNvPicPr>
              <a:picLocks noChangeAspect="1"/>
            </p:cNvPicPr>
            <p:nvPr/>
          </p:nvPicPr>
          <p:blipFill rotWithShape="1">
            <a:blip r:embed="rId3"/>
            <a:srcRect b="6736"/>
            <a:stretch/>
          </p:blipFill>
          <p:spPr>
            <a:xfrm>
              <a:off x="509751" y="2242816"/>
              <a:ext cx="7818716" cy="4557548"/>
            </a:xfrm>
            <a:prstGeom prst="rect">
              <a:avLst/>
            </a:prstGeom>
          </p:spPr>
        </p:pic>
        <p:sp>
          <p:nvSpPr>
            <p:cNvPr id="4" name="Google Shape;266;p19">
              <a:extLst>
                <a:ext uri="{FF2B5EF4-FFF2-40B4-BE49-F238E27FC236}">
                  <a16:creationId xmlns:a16="http://schemas.microsoft.com/office/drawing/2014/main" id="{DC87F081-21B2-63EC-D58D-EB1D4AF17AC8}"/>
                </a:ext>
              </a:extLst>
            </p:cNvPr>
            <p:cNvSpPr/>
            <p:nvPr/>
          </p:nvSpPr>
          <p:spPr>
            <a:xfrm>
              <a:off x="2485697" y="3005959"/>
              <a:ext cx="840827" cy="506414"/>
            </a:xfrm>
            <a:prstGeom prst="ellipse">
              <a:avLst/>
            </a:prstGeom>
            <a:noFill/>
            <a:ln w="25400" cap="flat" cmpd="sng">
              <a:solidFill>
                <a:schemeClr val="accent6">
                  <a:lumMod val="75000"/>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156FA07E-AEFC-57A1-A7C8-9E392E50D4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1"/>
          <p:cNvSpPr txBox="1"/>
          <p:nvPr/>
        </p:nvSpPr>
        <p:spPr>
          <a:xfrm>
            <a:off x="158788" y="566589"/>
            <a:ext cx="8899631" cy="418572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Your selections will go as follows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Under state classes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select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proportion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Under disaggregate by</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select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state class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While here, ensure that all the other boxes listed there are unchecked i.e., are empty with no check mark.</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Under include data for</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click “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state Class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 which brings up all state classes, and all of them have check marks.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want to uncheck all of them, so you can manually check the classes that are represented in the the ecosystem you are working with i.e.,  the ones you had in your transition pathways diagram. The classes are also given below.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do that: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very first box that says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All</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This will uncheck all classes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Then manually check the boxes for these classes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657350" marR="0" lvl="3"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Early</a:t>
            </a:r>
            <a:r>
              <a:rPr lang="en-US" b="1" dirty="0">
                <a:latin typeface="Times New Roman" panose="02020603050405020304" pitchFamily="18" charset="0"/>
                <a:ea typeface="Calibri"/>
                <a:cs typeface="Times New Roman" panose="02020603050405020304" pitchFamily="18" charset="0"/>
                <a:sym typeface="Calibri"/>
              </a:rPr>
              <a:t>1: ALL</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657350" marR="0" lvl="3"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Mid1:   OPN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657350" marR="0" lvl="3"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Mid2:   OPN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657350" marR="0" lvl="3"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Late1:   OPN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657350" marR="0" lvl="3"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Later2: CLS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18415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Note: Double check your check marks to ensure they are in the correct classes.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Selecting the correct classes is critical for what you will get</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done, go to next slide to see what your screen should look like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81" name="Google Shape;281;p21"/>
          <p:cNvSpPr txBox="1"/>
          <p:nvPr/>
        </p:nvSpPr>
        <p:spPr>
          <a:xfrm>
            <a:off x="93835" y="57636"/>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Rockwel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J. Next, you want to produce in a graph, the results of the model you just ran</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lide Number Placeholder 1">
            <a:extLst>
              <a:ext uri="{FF2B5EF4-FFF2-40B4-BE49-F238E27FC236}">
                <a16:creationId xmlns:a16="http://schemas.microsoft.com/office/drawing/2014/main" id="{3CD79C2C-0EDF-0958-32B5-22F2E8BE6C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2"/>
          <p:cNvSpPr txBox="1"/>
          <p:nvPr/>
        </p:nvSpPr>
        <p:spPr>
          <a:xfrm>
            <a:off x="175214" y="478821"/>
            <a:ext cx="8875703" cy="954067"/>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resulting screen should look similar to the image below.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Some of the classes might be cut out in this image just because only so much could be fitted in.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continue with your steps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18415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287" name="Google Shape;287;p22"/>
          <p:cNvSpPr txBox="1"/>
          <p:nvPr/>
        </p:nvSpPr>
        <p:spPr>
          <a:xfrm>
            <a:off x="93835" y="57636"/>
            <a:ext cx="8515033"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Rockwel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J. Next, you want to produce in a graph, the results of the model you just ran</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73E661BB-AD37-7336-22BA-FF31FBDD7CD4}"/>
              </a:ext>
            </a:extLst>
          </p:cNvPr>
          <p:cNvPicPr>
            <a:picLocks noChangeAspect="1"/>
          </p:cNvPicPr>
          <p:nvPr/>
        </p:nvPicPr>
        <p:blipFill rotWithShape="1">
          <a:blip r:embed="rId3"/>
          <a:srcRect b="6736"/>
          <a:stretch/>
        </p:blipFill>
        <p:spPr>
          <a:xfrm>
            <a:off x="588579" y="2116521"/>
            <a:ext cx="7966841" cy="4643890"/>
          </a:xfrm>
          <a:prstGeom prst="rect">
            <a:avLst/>
          </a:prstGeom>
        </p:spPr>
      </p:pic>
      <p:sp>
        <p:nvSpPr>
          <p:cNvPr id="2" name="Slide Number Placeholder 1">
            <a:extLst>
              <a:ext uri="{FF2B5EF4-FFF2-40B4-BE49-F238E27FC236}">
                <a16:creationId xmlns:a16="http://schemas.microsoft.com/office/drawing/2014/main" id="{B91CDD72-FE6B-D8B1-F52D-6C705C3F2A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p:nvPr/>
        </p:nvSpPr>
        <p:spPr>
          <a:xfrm>
            <a:off x="175214" y="478821"/>
            <a:ext cx="8875703" cy="2031285"/>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Once you have checked the required classes,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“apply”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tab</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that is at the top right corner of the window you are working in (shown by arrow in the figure below). This step is what will produce a graph, so do not be surprised if one pops up soon as you click this tab!</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will get a bar graph!!</a:t>
            </a:r>
            <a:endParaRPr kumimoji="0"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graph may pop up on the screen by default, OR</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may have to double click the “oak forest” chart that you made in the chart area.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Whichever works to display the graph</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see what such a graph should look like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18415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294" name="Google Shape;294;p23"/>
          <p:cNvSpPr txBox="1"/>
          <p:nvPr/>
        </p:nvSpPr>
        <p:spPr>
          <a:xfrm>
            <a:off x="93835" y="57636"/>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Rockwel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J. Next, you want to produce in a graph, the results of the model you just ran</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pSp>
        <p:nvGrpSpPr>
          <p:cNvPr id="6" name="Group 5">
            <a:extLst>
              <a:ext uri="{FF2B5EF4-FFF2-40B4-BE49-F238E27FC236}">
                <a16:creationId xmlns:a16="http://schemas.microsoft.com/office/drawing/2014/main" id="{174A9520-D957-A203-0324-E4E96FCE387C}"/>
              </a:ext>
            </a:extLst>
          </p:cNvPr>
          <p:cNvGrpSpPr/>
          <p:nvPr/>
        </p:nvGrpSpPr>
        <p:grpSpPr>
          <a:xfrm>
            <a:off x="759132" y="2509094"/>
            <a:ext cx="7354854" cy="4291270"/>
            <a:chOff x="759132" y="2509094"/>
            <a:chExt cx="7354854" cy="4291270"/>
          </a:xfrm>
        </p:grpSpPr>
        <p:pic>
          <p:nvPicPr>
            <p:cNvPr id="2" name="Picture 1">
              <a:extLst>
                <a:ext uri="{FF2B5EF4-FFF2-40B4-BE49-F238E27FC236}">
                  <a16:creationId xmlns:a16="http://schemas.microsoft.com/office/drawing/2014/main" id="{4C90B87B-99EE-99E7-A0FC-F722428DBBCF}"/>
                </a:ext>
              </a:extLst>
            </p:cNvPr>
            <p:cNvPicPr>
              <a:picLocks noChangeAspect="1"/>
            </p:cNvPicPr>
            <p:nvPr/>
          </p:nvPicPr>
          <p:blipFill>
            <a:blip r:embed="rId3"/>
            <a:stretch>
              <a:fillRect/>
            </a:stretch>
          </p:blipFill>
          <p:spPr>
            <a:xfrm>
              <a:off x="759132" y="2509094"/>
              <a:ext cx="7354854" cy="4291270"/>
            </a:xfrm>
            <a:prstGeom prst="rect">
              <a:avLst/>
            </a:prstGeom>
          </p:spPr>
        </p:pic>
        <p:cxnSp>
          <p:nvCxnSpPr>
            <p:cNvPr id="3" name="Google Shape;162;p7">
              <a:extLst>
                <a:ext uri="{FF2B5EF4-FFF2-40B4-BE49-F238E27FC236}">
                  <a16:creationId xmlns:a16="http://schemas.microsoft.com/office/drawing/2014/main" id="{15E75062-16CE-C668-F45B-21A97F3E6FF0}"/>
                </a:ext>
              </a:extLst>
            </p:cNvPr>
            <p:cNvCxnSpPr>
              <a:cxnSpLocks/>
            </p:cNvCxnSpPr>
            <p:nvPr/>
          </p:nvCxnSpPr>
          <p:spPr>
            <a:xfrm flipH="1" flipV="1">
              <a:off x="7453253" y="3266091"/>
              <a:ext cx="461037" cy="162909"/>
            </a:xfrm>
            <a:prstGeom prst="straightConnector1">
              <a:avLst/>
            </a:prstGeom>
            <a:noFill/>
            <a:ln w="25400" cap="flat" cmpd="sng">
              <a:solidFill>
                <a:schemeClr val="accent6">
                  <a:lumMod val="75000"/>
                </a:schemeClr>
              </a:solidFill>
              <a:prstDash val="solid"/>
              <a:round/>
              <a:headEnd type="none" w="sm" len="sm"/>
              <a:tailEnd type="triangle" w="med" len="med"/>
            </a:ln>
          </p:spPr>
        </p:cxnSp>
      </p:grpSp>
      <p:sp>
        <p:nvSpPr>
          <p:cNvPr id="4" name="Slide Number Placeholder 3">
            <a:extLst>
              <a:ext uri="{FF2B5EF4-FFF2-40B4-BE49-F238E27FC236}">
                <a16:creationId xmlns:a16="http://schemas.microsoft.com/office/drawing/2014/main" id="{60C32B44-4388-1082-7877-AAF2D94838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4"/>
          <p:cNvSpPr txBox="1"/>
          <p:nvPr/>
        </p:nvSpPr>
        <p:spPr>
          <a:xfrm>
            <a:off x="493543" y="113554"/>
            <a:ext cx="8513571"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K. A bar graph</a:t>
            </a:r>
            <a:r>
              <a:rPr lang="en-US" sz="1600" b="1" dirty="0">
                <a:latin typeface="Times New Roman" panose="02020603050405020304" pitchFamily="18" charset="0"/>
                <a:ea typeface="Rockwell"/>
                <a:cs typeface="Times New Roman" panose="02020603050405020304" pitchFamily="18" charset="0"/>
                <a:sym typeface="Rockwell"/>
              </a:rPr>
              <a:t>,</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 Yaay!!</a:t>
            </a:r>
            <a:endParaRPr kumimoji="0" sz="16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03" name="Google Shape;303;p24"/>
          <p:cNvSpPr txBox="1"/>
          <p:nvPr/>
        </p:nvSpPr>
        <p:spPr>
          <a:xfrm>
            <a:off x="230663" y="4888116"/>
            <a:ext cx="8682673" cy="2031285"/>
          </a:xfrm>
          <a:prstGeom prst="rect">
            <a:avLst/>
          </a:prstGeom>
          <a:noFill/>
          <a:ln>
            <a:noFill/>
          </a:ln>
        </p:spPr>
        <p:txBody>
          <a:bodyPr spcFirstLastPara="1" wrap="square" lIns="91425" tIns="45700" rIns="91425" bIns="45700" anchor="t" anchorCtr="0">
            <a:spAutoFit/>
          </a:bodyPr>
          <a:lstStyle/>
          <a:p>
            <a:pPr marL="171450" marR="0" lvl="0" indent="-171450" algn="l" defTabSz="914400" rtl="0" eaLnBrk="1" fontAlgn="auto" latinLnBrk="0" hangingPunct="1">
              <a:lnSpc>
                <a:spcPct val="100000"/>
              </a:lnSpc>
              <a:spcBef>
                <a:spcPts val="0"/>
              </a:spcBef>
              <a:spcAft>
                <a:spcPts val="0"/>
              </a:spcAft>
              <a:buClr>
                <a:srgbClr val="0000FF"/>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bars in the graph above represent the proportion (in %) of this ecosystem, that can be categorized under each of the 5 successions stages (state classes). That means that if say you walked into this normal functioning healthy forest, there will be parts of the vegetation in it (a certain %) that can be classified as Early 1 All, another as Mid 1 Open, etc.</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171450" marR="0" lvl="0" indent="-171450" algn="l" defTabSz="914400" rtl="0" eaLnBrk="1" fontAlgn="auto" latinLnBrk="0" hangingPunct="1">
              <a:lnSpc>
                <a:spcPct val="100000"/>
              </a:lnSpc>
              <a:spcBef>
                <a:spcPts val="0"/>
              </a:spcBef>
              <a:spcAft>
                <a:spcPts val="0"/>
              </a:spcAft>
              <a:buClr>
                <a:srgbClr val="0000FF"/>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This is what this particular modeling activity is used to show; how much of your ecosystem falls under each of the succession stages under normal successional processes or when the system has experienced some kind of disturbance. </a:t>
            </a:r>
          </a:p>
          <a:p>
            <a:pPr marL="171450" marR="0" lvl="0" indent="-171450" algn="l" defTabSz="914400" rtl="0" eaLnBrk="1" fontAlgn="auto" latinLnBrk="0" hangingPunct="1">
              <a:lnSpc>
                <a:spcPct val="100000"/>
              </a:lnSpc>
              <a:spcBef>
                <a:spcPts val="0"/>
              </a:spcBef>
              <a:spcAft>
                <a:spcPts val="0"/>
              </a:spcAft>
              <a:buClr>
                <a:srgbClr val="0000FF"/>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Later, you  will see how a disturbance can change the proportions of these successional stages (changing the heights of each bar)</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D6CFA593-273A-0692-7A4C-A649CB36C66C}"/>
              </a:ext>
            </a:extLst>
          </p:cNvPr>
          <p:cNvPicPr>
            <a:picLocks noChangeAspect="1"/>
          </p:cNvPicPr>
          <p:nvPr/>
        </p:nvPicPr>
        <p:blipFill rotWithShape="1">
          <a:blip r:embed="rId3"/>
          <a:srcRect b="6828"/>
          <a:stretch/>
        </p:blipFill>
        <p:spPr>
          <a:xfrm>
            <a:off x="635876" y="529460"/>
            <a:ext cx="7351986" cy="4281264"/>
          </a:xfrm>
          <a:prstGeom prst="rect">
            <a:avLst/>
          </a:prstGeom>
        </p:spPr>
      </p:pic>
      <p:sp>
        <p:nvSpPr>
          <p:cNvPr id="2" name="Slide Number Placeholder 1">
            <a:extLst>
              <a:ext uri="{FF2B5EF4-FFF2-40B4-BE49-F238E27FC236}">
                <a16:creationId xmlns:a16="http://schemas.microsoft.com/office/drawing/2014/main" id="{A3C292D8-1D58-2F12-6975-52DD3EFB0F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5"/>
          <p:cNvSpPr txBox="1"/>
          <p:nvPr/>
        </p:nvSpPr>
        <p:spPr>
          <a:xfrm>
            <a:off x="208820" y="76655"/>
            <a:ext cx="8584752"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K. A few things to check regarding your graph and the workspace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10" name="Google Shape;310;p25"/>
          <p:cNvSpPr txBox="1"/>
          <p:nvPr/>
        </p:nvSpPr>
        <p:spPr>
          <a:xfrm>
            <a:off x="165324" y="629918"/>
            <a:ext cx="5899144" cy="4832052"/>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Note:</a:t>
            </a:r>
            <a:endParaRPr kumimoji="0"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first graph should have one bar for each of your successional stages(5 bars total, one for each class)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for some reason, you end up with more than one bar for each class, do the following to correct it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Look at the library explorer section where you have the original scenario (the Reference condition model) (area circled here).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dropdown arrow next to the Reference condition model scenario</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That will bring up “results” under it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dropdown arrow next to the “results”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that will bring up the result lines for all the scenarios/results showing up on your graph</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you have more than one line of results there, starting with the top one and going down,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right click each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select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delete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leaving only the last one, which should be the most recent output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You should just have one line of result under the “results” as seen in the image here. This ensures that you will have one bar graph per class. At this point, that is what we need.</a:t>
            </a:r>
            <a:endParaRPr kumimoji="0" sz="14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285750" marR="0" lvl="0" indent="-18415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285750" marR="0" lvl="0" indent="-18415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grpSp>
        <p:nvGrpSpPr>
          <p:cNvPr id="5" name="Group 4">
            <a:extLst>
              <a:ext uri="{FF2B5EF4-FFF2-40B4-BE49-F238E27FC236}">
                <a16:creationId xmlns:a16="http://schemas.microsoft.com/office/drawing/2014/main" id="{C2AF2C74-6115-F244-356B-423F8093B595}"/>
              </a:ext>
            </a:extLst>
          </p:cNvPr>
          <p:cNvGrpSpPr/>
          <p:nvPr/>
        </p:nvGrpSpPr>
        <p:grpSpPr>
          <a:xfrm>
            <a:off x="6342994" y="629918"/>
            <a:ext cx="2635682" cy="5794204"/>
            <a:chOff x="6342994" y="987142"/>
            <a:chExt cx="2635682" cy="5794204"/>
          </a:xfrm>
        </p:grpSpPr>
        <p:pic>
          <p:nvPicPr>
            <p:cNvPr id="3" name="Picture 2">
              <a:extLst>
                <a:ext uri="{FF2B5EF4-FFF2-40B4-BE49-F238E27FC236}">
                  <a16:creationId xmlns:a16="http://schemas.microsoft.com/office/drawing/2014/main" id="{B2133FEE-FE97-7D55-EB32-9A814422DF18}"/>
                </a:ext>
              </a:extLst>
            </p:cNvPr>
            <p:cNvPicPr>
              <a:picLocks noChangeAspect="1"/>
            </p:cNvPicPr>
            <p:nvPr/>
          </p:nvPicPr>
          <p:blipFill rotWithShape="1">
            <a:blip r:embed="rId3"/>
            <a:srcRect r="73563" b="7011"/>
            <a:stretch/>
          </p:blipFill>
          <p:spPr>
            <a:xfrm>
              <a:off x="6342994" y="987142"/>
              <a:ext cx="2635682" cy="5794204"/>
            </a:xfrm>
            <a:prstGeom prst="rect">
              <a:avLst/>
            </a:prstGeom>
          </p:spPr>
        </p:pic>
        <p:sp>
          <p:nvSpPr>
            <p:cNvPr id="4" name="Google Shape;266;p19">
              <a:extLst>
                <a:ext uri="{FF2B5EF4-FFF2-40B4-BE49-F238E27FC236}">
                  <a16:creationId xmlns:a16="http://schemas.microsoft.com/office/drawing/2014/main" id="{81FC8DB5-1E6B-68DC-2A00-AD7D723093E1}"/>
                </a:ext>
              </a:extLst>
            </p:cNvPr>
            <p:cNvSpPr/>
            <p:nvPr/>
          </p:nvSpPr>
          <p:spPr>
            <a:xfrm>
              <a:off x="6637283" y="1970690"/>
              <a:ext cx="840827" cy="506414"/>
            </a:xfrm>
            <a:prstGeom prst="ellipse">
              <a:avLst/>
            </a:prstGeom>
            <a:noFill/>
            <a:ln w="25400" cap="flat" cmpd="sng">
              <a:solidFill>
                <a:schemeClr val="accent6">
                  <a:lumMod val="75000"/>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849E9F07-08BB-A153-8ED5-AA40E61EE4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6"/>
          <p:cNvSpPr txBox="1"/>
          <p:nvPr/>
        </p:nvSpPr>
        <p:spPr>
          <a:xfrm>
            <a:off x="132163" y="87607"/>
            <a:ext cx="8524522"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Copy your bar graph to your word document</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19" name="Google Shape;319;p26"/>
          <p:cNvSpPr txBox="1"/>
          <p:nvPr/>
        </p:nvSpPr>
        <p:spPr>
          <a:xfrm>
            <a:off x="121618" y="467450"/>
            <a:ext cx="8900764" cy="1600398"/>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FF0000"/>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Assignment # 2:</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Put cursor in middle of the graph, right click, select copy to clipboard, then paste in your word document.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Caption it as Figure 2. Oak forest normal.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Be sure you crop the image if necessary</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Once you have copied the graph to your word document, you are done with the graph in your modeling window and can delete it so you can clear that window for modeling your next scenario. </a:t>
            </a: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delete the bar graph,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a:t>
            </a:r>
            <a:r>
              <a:rPr kumimoji="0" lang="en-US" sz="1400" b="0" i="1" u="none" strike="noStrike" kern="0" cap="none" spc="0" normalizeH="0" baseline="0" noProof="0" dirty="0">
                <a:ln>
                  <a:noFill/>
                </a:ln>
                <a:solidFill>
                  <a:srgbClr val="C00000"/>
                </a:solidFill>
                <a:effectLst/>
                <a:uLnTx/>
                <a:uFillTx/>
                <a:latin typeface="Times New Roman" panose="02020603050405020304" pitchFamily="18" charset="0"/>
                <a:ea typeface="Calibri"/>
                <a:cs typeface="Times New Roman" panose="02020603050405020304" pitchFamily="18" charset="0"/>
                <a:sym typeface="Calibri"/>
              </a:rPr>
              <a:t>red X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tab that is at the top right corner in the pane, just as you have done before</a:t>
            </a: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screen should look similar to the one below when you are done with the graph</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184150" algn="l" defTabSz="914400" rtl="0" eaLnBrk="1" fontAlgn="auto" latinLnBrk="0" hangingPunct="1">
              <a:lnSpc>
                <a:spcPct val="100000"/>
              </a:lnSpc>
              <a:spcBef>
                <a:spcPts val="0"/>
              </a:spcBef>
              <a:spcAft>
                <a:spcPts val="0"/>
              </a:spcAft>
              <a:buClr>
                <a:srgbClr val="0000FF"/>
              </a:buClr>
              <a:buSzPts val="1600"/>
              <a:buFont typeface="Arial"/>
              <a:buNone/>
              <a:tabLst/>
              <a:defRPr/>
            </a:pPr>
            <a:endParaRPr kumimoji="0" sz="1400" b="0" i="0" u="none" strike="noStrike" kern="0" cap="none" spc="0" normalizeH="0" baseline="0" noProof="0" dirty="0">
              <a:ln>
                <a:noFill/>
              </a:ln>
              <a:solidFill>
                <a:srgbClr val="0000FF"/>
              </a:solidFill>
              <a:effectLst/>
              <a:uLnTx/>
              <a:uFillTx/>
              <a:latin typeface="Times New Roman" panose="02020603050405020304" pitchFamily="18" charset="0"/>
              <a:ea typeface="Calibri"/>
              <a:cs typeface="Times New Roman" panose="02020603050405020304" pitchFamily="18" charset="0"/>
              <a:sym typeface="Calibri"/>
            </a:endParaRPr>
          </a:p>
        </p:txBody>
      </p:sp>
      <p:pic>
        <p:nvPicPr>
          <p:cNvPr id="3" name="Picture 2">
            <a:extLst>
              <a:ext uri="{FF2B5EF4-FFF2-40B4-BE49-F238E27FC236}">
                <a16:creationId xmlns:a16="http://schemas.microsoft.com/office/drawing/2014/main" id="{F1798027-5CDB-8D6E-2DAA-3154E0B45452}"/>
              </a:ext>
            </a:extLst>
          </p:cNvPr>
          <p:cNvPicPr>
            <a:picLocks noChangeAspect="1"/>
          </p:cNvPicPr>
          <p:nvPr/>
        </p:nvPicPr>
        <p:blipFill rotWithShape="1">
          <a:blip r:embed="rId3"/>
          <a:srcRect b="6828"/>
          <a:stretch/>
        </p:blipFill>
        <p:spPr>
          <a:xfrm>
            <a:off x="447789" y="2221625"/>
            <a:ext cx="7893269" cy="4596468"/>
          </a:xfrm>
          <a:prstGeom prst="rect">
            <a:avLst/>
          </a:prstGeom>
        </p:spPr>
      </p:pic>
      <p:sp>
        <p:nvSpPr>
          <p:cNvPr id="2" name="Slide Number Placeholder 1">
            <a:extLst>
              <a:ext uri="{FF2B5EF4-FFF2-40B4-BE49-F238E27FC236}">
                <a16:creationId xmlns:a16="http://schemas.microsoft.com/office/drawing/2014/main" id="{45B40707-EB28-1DB9-F66D-CDA5CC1818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63"/>
          <p:cNvSpPr txBox="1"/>
          <p:nvPr/>
        </p:nvSpPr>
        <p:spPr>
          <a:xfrm>
            <a:off x="164883" y="2389162"/>
            <a:ext cx="8814233" cy="58473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Part 2: Introducing an external disturbance to your ecosystem and modeling its impact on the succession stages (state classes)</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lide Number Placeholder 1">
            <a:extLst>
              <a:ext uri="{FF2B5EF4-FFF2-40B4-BE49-F238E27FC236}">
                <a16:creationId xmlns:a16="http://schemas.microsoft.com/office/drawing/2014/main" id="{F9BDFA8B-5029-5EC3-D6C3-21496F3036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7"/>
          <p:cNvSpPr txBox="1"/>
          <p:nvPr/>
        </p:nvSpPr>
        <p:spPr>
          <a:xfrm>
            <a:off x="51581" y="199279"/>
            <a:ext cx="8957337" cy="58473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L. Next, we want to introduce an external disturbance and model its effects on the succession of this system</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30" name="Google Shape;330;p27"/>
          <p:cNvSpPr txBox="1"/>
          <p:nvPr/>
        </p:nvSpPr>
        <p:spPr>
          <a:xfrm>
            <a:off x="319689" y="875737"/>
            <a:ext cx="8689229" cy="2893059"/>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see, many of our ecosystems are not natural (healthy) anymore, because sooner or later, there is bound to be some external (and often unnatural) disturbance that impacts them.</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So, while we would love for things to remain as they are (stay with the graph we just made, assuming that the system is healthy), that is not reality.</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means that in ecology, we always need to stay ahead of the problem, by modeling effects of such disturbances on an ecosystem before they happen, so we can forecast what the disturbance is likely to do to the ecosystem.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For example, if say the bar for the early 1 succession class in the graph you just made says the forest right now has 2% area classified as early succession 1, we want to introduce a hypothetical disturbance (like an insect invasion) into this forest, and we want to see if after running that disturbance scenario, the early one succession class will still be 2% or if the proportion of that successional stage will be reduced or increased.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1"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If asked to do create and run a scenario with a disturbance impacting your ecosystem, the steps given below are how to do it. </a:t>
            </a:r>
            <a:endParaRPr kumimoji="0" sz="1400" b="1"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285750" marR="0" lvl="0" indent="-184150" algn="l" defTabSz="914400" rtl="0" eaLnBrk="1" fontAlgn="auto" latinLnBrk="0" hangingPunct="1">
              <a:lnSpc>
                <a:spcPct val="100000"/>
              </a:lnSpc>
              <a:spcBef>
                <a:spcPts val="0"/>
              </a:spcBef>
              <a:spcAft>
                <a:spcPts val="0"/>
              </a:spcAft>
              <a:buClr>
                <a:srgbClr val="0000FF"/>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2" name="Slide Number Placeholder 1">
            <a:extLst>
              <a:ext uri="{FF2B5EF4-FFF2-40B4-BE49-F238E27FC236}">
                <a16:creationId xmlns:a16="http://schemas.microsoft.com/office/drawing/2014/main" id="{84064D8D-C0EC-EFBA-4F68-6BDEAE9FA0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64"/>
          <p:cNvSpPr txBox="1"/>
          <p:nvPr/>
        </p:nvSpPr>
        <p:spPr>
          <a:xfrm>
            <a:off x="132163" y="87607"/>
            <a:ext cx="8524522"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L. Some explanations to help set the stage for this next part, do not do anything yet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36" name="Google Shape;336;p64"/>
          <p:cNvSpPr txBox="1"/>
          <p:nvPr/>
        </p:nvSpPr>
        <p:spPr>
          <a:xfrm>
            <a:off x="132163" y="498981"/>
            <a:ext cx="8791120" cy="5047495"/>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So far, you have been working with one scenario (the Reference condition models). This scenario is the original/baseline scenario.</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lang="en-US" dirty="0">
                <a:latin typeface="Times New Roman" panose="02020603050405020304" pitchFamily="18" charset="0"/>
                <a:ea typeface="Calibri"/>
                <a:cs typeface="Times New Roman" panose="02020603050405020304" pitchFamily="18" charset="0"/>
                <a:sym typeface="Calibri"/>
              </a:rPr>
              <a:t>We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used the word “normal” with this scenario because this is what the forest looks like currently, before it experiences any external disturbances. This is your baseline for comparisons later.</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you start this modeling activity for the first time (when you start SyncroSim and call in the library),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need to first run this original scenario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(do all the steps you have been doing so far), so you can have the original bars (the blue one in the graph you just made). </a:t>
            </a: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If you do not do this part (run the original model), then when you introduce a disturbance and generate bar graphs for that, it will give you bars for the new disturbance, but nothing to compare </a:t>
            </a:r>
            <a:r>
              <a:rPr lang="en-US" dirty="0">
                <a:solidFill>
                  <a:srgbClr val="006600"/>
                </a:solidFill>
                <a:latin typeface="Times New Roman" panose="02020603050405020304" pitchFamily="18" charset="0"/>
                <a:ea typeface="Calibri"/>
                <a:cs typeface="Times New Roman" panose="02020603050405020304" pitchFamily="18" charset="0"/>
                <a:sym typeface="Calibri"/>
              </a:rPr>
              <a:t>them to.</a:t>
            </a:r>
            <a:endParaRPr kumimoji="0" sz="14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the following section, we will be introducing a disturbance to this ecosystem (creating a new scenario).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will need to run that scenario too and produce a new graph</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That new graph will have 2 bars per state class. One bar will be for the original scenario (the one you just ran for the original scenario, its typically blue), and a second bar for the introduced disturbance (the new scenario, its typically red)</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new bars in those graphs (the red ones) will be representing the impact of that disturbance. As such, to examine any change that a disturbance causes, we will be comparing the height of the bars for the introduced disturbance (the red ones) to the height of the bars for the original scenario (the blue ones you just made). Both bars will be in the new graph.</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Again, if you do not run the original scenario the first time, but instead go straight to running your disturbance scenario, you will not have bars for the original scenario to compare your disturbance ones to.  </a:t>
            </a:r>
            <a:endParaRPr kumimoji="0" sz="14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However, after running the original the first time like you just did, you can just keep creating and running your new disturbance scenarios without having to re-run the original scenario, because SyncroSim remembers that you already ran the original, and it will always show the original bars along with your new disturbance bars. </a:t>
            </a:r>
            <a:endParaRPr kumimoji="0" sz="1400" b="0" i="0" u="none" strike="noStrike" kern="0" cap="none" spc="0" normalizeH="0" baseline="0" noProof="0" dirty="0">
              <a:ln>
                <a:noFill/>
              </a:ln>
              <a:solidFill>
                <a:srgbClr val="0000FF"/>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2" name="Slide Number Placeholder 1">
            <a:extLst>
              <a:ext uri="{FF2B5EF4-FFF2-40B4-BE49-F238E27FC236}">
                <a16:creationId xmlns:a16="http://schemas.microsoft.com/office/drawing/2014/main" id="{BABBD4BE-02BF-9F1A-4485-3AB44C0D5E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8"/>
          <p:cNvSpPr txBox="1"/>
          <p:nvPr/>
        </p:nvSpPr>
        <p:spPr>
          <a:xfrm>
            <a:off x="190500" y="113554"/>
            <a:ext cx="8867919" cy="58473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M. First, to introduce a new disturbance, you need to create a new scenario from the original one, that you can then apply this disturbance to.</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42" name="Google Shape;342;p28"/>
          <p:cNvSpPr txBox="1"/>
          <p:nvPr/>
        </p:nvSpPr>
        <p:spPr>
          <a:xfrm>
            <a:off x="85581" y="759885"/>
            <a:ext cx="8750908" cy="3108503"/>
          </a:xfrm>
          <a:prstGeom prst="rect">
            <a:avLst/>
          </a:prstGeom>
          <a:noFill/>
          <a:ln>
            <a:noFill/>
          </a:ln>
        </p:spPr>
        <p:txBody>
          <a:bodyPr spcFirstLastPara="1" wrap="square" lIns="91425" tIns="45700" rIns="91425" bIns="45700" anchor="t" anchorCtr="0">
            <a:spAutoFit/>
          </a:bodyPr>
          <a:lstStyle/>
          <a:p>
            <a:pPr marL="742950" marR="0" lvl="1"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Some explanation first:</a:t>
            </a:r>
            <a:endParaRPr kumimoji="0"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Remember that 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Reference condition model </a:t>
            </a:r>
            <a:r>
              <a:rPr kumimoji="0" lang="en-US" sz="140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was your original scenario</a:t>
            </a:r>
            <a:endParaRPr kumimoji="0" sz="140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Creating a new scenario basically means you </a:t>
            </a: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make a copy of this original scenario by copying it and pasting onto the project (oak). </a:t>
            </a:r>
            <a:endParaRPr kumimoji="0" sz="14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Making a copy of the </a:t>
            </a:r>
            <a:r>
              <a:rPr lang="en-US" dirty="0">
                <a:latin typeface="Times New Roman" panose="02020603050405020304" pitchFamily="18" charset="0"/>
                <a:ea typeface="Calibri"/>
                <a:cs typeface="Times New Roman" panose="02020603050405020304" pitchFamily="18" charset="0"/>
                <a:sym typeface="Calibri"/>
              </a:rPr>
              <a:t>o</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riginal</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scenario scenario will produce a new scenario under it.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Then you will need to give your newly created scenario a name.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Then you will work with this new scenario to produce a new bar graph of results.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Once you create a new scenario, and once you are done running and producing a graph with it, and copied the graph to your word document, before embarking on another disturbance (you can do several), you need to delete this scenario, so you do not have so many scenarios accumulated in your workspace, which can be confusing for a student that is just getting started with this kind of an activity.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The only scenario that stays in place always is the original one (Reference condition models).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Any new one you make needs to be deleted after you are done with them.</a:t>
            </a:r>
          </a:p>
          <a:p>
            <a:pPr marL="1200150" marR="0" lvl="2"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Now go to the next slide to start the steps of creating a new scenario and introducing a disturbance to it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lide Number Placeholder 1">
            <a:extLst>
              <a:ext uri="{FF2B5EF4-FFF2-40B4-BE49-F238E27FC236}">
                <a16:creationId xmlns:a16="http://schemas.microsoft.com/office/drawing/2014/main" id="{C51E44C6-CD4A-D117-B038-345FEA540F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0"/>
          <p:cNvSpPr txBox="1"/>
          <p:nvPr/>
        </p:nvSpPr>
        <p:spPr>
          <a:xfrm>
            <a:off x="190500" y="113554"/>
            <a:ext cx="8867919"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N. Create a new scenario with a new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58" name="Google Shape;358;p30"/>
          <p:cNvSpPr txBox="1"/>
          <p:nvPr/>
        </p:nvSpPr>
        <p:spPr>
          <a:xfrm>
            <a:off x="266842" y="1570889"/>
            <a:ext cx="6102786" cy="1169511"/>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00"/>
              </a:buClr>
              <a:buSzPts val="1600"/>
              <a:buFont typeface="Calibri"/>
              <a:buAutoNum type="arabicPeriod"/>
              <a:tabLst/>
              <a:defRPr/>
            </a:pP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Right click the “8791Reference condition model”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scenario,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select Copy</a:t>
            </a:r>
            <a:endParaRPr kumimoji="0" sz="140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Calibri"/>
              <a:buAutoNum type="arabicPeriod"/>
              <a:tabLst/>
              <a:defRPr/>
            </a:pP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Right click on the project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(“oak”) and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“paste”</a:t>
            </a:r>
            <a:endParaRPr kumimoji="0" sz="1400" b="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Calibri"/>
              <a:buAutoNum type="arabicPeriod"/>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will create a new scenario (as a copy of the original). This new scenario will appear below the original one (as shown by the arrow in the image here)</a:t>
            </a:r>
          </a:p>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59" name="Google Shape;359;p30"/>
          <p:cNvSpPr txBox="1"/>
          <p:nvPr/>
        </p:nvSpPr>
        <p:spPr>
          <a:xfrm>
            <a:off x="266842" y="534445"/>
            <a:ext cx="8635420" cy="95406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Follow the steps below to create a new scenario for the new disturbance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Note: we always create a new scenario by copying the original scenario (in this case the Reference condition model) and pasting it into the project that you are working with (oak in this case).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pSp>
        <p:nvGrpSpPr>
          <p:cNvPr id="6" name="Group 5">
            <a:extLst>
              <a:ext uri="{FF2B5EF4-FFF2-40B4-BE49-F238E27FC236}">
                <a16:creationId xmlns:a16="http://schemas.microsoft.com/office/drawing/2014/main" id="{3646E3AB-1151-DF4F-801D-6CC364A55A1B}"/>
              </a:ext>
            </a:extLst>
          </p:cNvPr>
          <p:cNvGrpSpPr/>
          <p:nvPr/>
        </p:nvGrpSpPr>
        <p:grpSpPr>
          <a:xfrm>
            <a:off x="6548293" y="1550067"/>
            <a:ext cx="2490952" cy="5256486"/>
            <a:chOff x="6548293" y="1550067"/>
            <a:chExt cx="2490952" cy="5256486"/>
          </a:xfrm>
        </p:grpSpPr>
        <p:pic>
          <p:nvPicPr>
            <p:cNvPr id="4" name="Picture 3">
              <a:extLst>
                <a:ext uri="{FF2B5EF4-FFF2-40B4-BE49-F238E27FC236}">
                  <a16:creationId xmlns:a16="http://schemas.microsoft.com/office/drawing/2014/main" id="{F14C3463-F97C-2959-5B54-5E16F096BB34}"/>
                </a:ext>
              </a:extLst>
            </p:cNvPr>
            <p:cNvPicPr>
              <a:picLocks noChangeAspect="1"/>
            </p:cNvPicPr>
            <p:nvPr/>
          </p:nvPicPr>
          <p:blipFill rotWithShape="1">
            <a:blip r:embed="rId3"/>
            <a:srcRect r="72759" b="8023"/>
            <a:stretch/>
          </p:blipFill>
          <p:spPr>
            <a:xfrm>
              <a:off x="6548293" y="1550067"/>
              <a:ext cx="2490952" cy="5256486"/>
            </a:xfrm>
            <a:prstGeom prst="rect">
              <a:avLst/>
            </a:prstGeom>
          </p:spPr>
        </p:pic>
        <p:cxnSp>
          <p:nvCxnSpPr>
            <p:cNvPr id="5" name="Google Shape;162;p7">
              <a:extLst>
                <a:ext uri="{FF2B5EF4-FFF2-40B4-BE49-F238E27FC236}">
                  <a16:creationId xmlns:a16="http://schemas.microsoft.com/office/drawing/2014/main" id="{980D0AC7-8CA1-F27E-A51A-E4A1FFB16724}"/>
                </a:ext>
              </a:extLst>
            </p:cNvPr>
            <p:cNvCxnSpPr>
              <a:cxnSpLocks/>
            </p:cNvCxnSpPr>
            <p:nvPr/>
          </p:nvCxnSpPr>
          <p:spPr>
            <a:xfrm flipV="1">
              <a:off x="6672651" y="2735318"/>
              <a:ext cx="339168" cy="283729"/>
            </a:xfrm>
            <a:prstGeom prst="straightConnector1">
              <a:avLst/>
            </a:prstGeom>
            <a:noFill/>
            <a:ln w="25400" cap="flat" cmpd="sng">
              <a:solidFill>
                <a:schemeClr val="accent6">
                  <a:lumMod val="75000"/>
                </a:schemeClr>
              </a:solidFill>
              <a:prstDash val="solid"/>
              <a:round/>
              <a:headEnd type="none" w="sm" len="sm"/>
              <a:tailEnd type="triangle" w="med" len="med"/>
            </a:ln>
          </p:spPr>
        </p:cxnSp>
      </p:grpSp>
      <p:sp>
        <p:nvSpPr>
          <p:cNvPr id="2" name="Slide Number Placeholder 1">
            <a:extLst>
              <a:ext uri="{FF2B5EF4-FFF2-40B4-BE49-F238E27FC236}">
                <a16:creationId xmlns:a16="http://schemas.microsoft.com/office/drawing/2014/main" id="{DD8F2F12-EEE5-2EFF-1F48-CC0FC678E8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0"/>
          <p:cNvSpPr txBox="1"/>
          <p:nvPr/>
        </p:nvSpPr>
        <p:spPr>
          <a:xfrm>
            <a:off x="190500" y="113554"/>
            <a:ext cx="8867919"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N. Create a new scenario with a new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58" name="Google Shape;358;p30"/>
          <p:cNvSpPr txBox="1"/>
          <p:nvPr/>
        </p:nvSpPr>
        <p:spPr>
          <a:xfrm>
            <a:off x="190500" y="594445"/>
            <a:ext cx="8643445" cy="1384954"/>
          </a:xfrm>
          <a:prstGeom prst="rect">
            <a:avLst/>
          </a:prstGeom>
          <a:noFill/>
          <a:ln>
            <a:noFill/>
          </a:ln>
        </p:spPr>
        <p:txBody>
          <a:bodyPr spcFirstLastPara="1" wrap="square" lIns="91425" tIns="45700" rIns="91425" bIns="45700" anchor="t" anchorCtr="0">
            <a:spAutoFit/>
          </a:bodyPr>
          <a:lstStyle/>
          <a:p>
            <a:pPr marL="228600" marR="0" lvl="0" indent="-228600" algn="l" defTabSz="914400" rtl="0" eaLnBrk="1" fontAlgn="auto" latinLnBrk="0" hangingPunct="1">
              <a:lnSpc>
                <a:spcPct val="100000"/>
              </a:lnSpc>
              <a:spcBef>
                <a:spcPts val="0"/>
              </a:spcBef>
              <a:spcAft>
                <a:spcPts val="0"/>
              </a:spcAft>
              <a:buClr>
                <a:srgbClr val="000000"/>
              </a:buClr>
              <a:buSzPts val="1600"/>
              <a:buFont typeface="+mj-lt"/>
              <a:buAutoNum type="arabicPeriod" startAt="4"/>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Next,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right click the new scenario</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and in the box of options that come up,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rename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p>
          <a:p>
            <a:pPr marL="228600" marR="0" lvl="0" indent="-228600" algn="l" defTabSz="914400" rtl="0" eaLnBrk="1" fontAlgn="auto" latinLnBrk="0" hangingPunct="1">
              <a:lnSpc>
                <a:spcPct val="100000"/>
              </a:lnSpc>
              <a:spcBef>
                <a:spcPts val="0"/>
              </a:spcBef>
              <a:spcAft>
                <a:spcPts val="0"/>
              </a:spcAft>
              <a:buClr>
                <a:srgbClr val="000000"/>
              </a:buClr>
              <a:buSzPts val="1600"/>
              <a:buFont typeface="+mj-lt"/>
              <a:buAutoNum type="arabicPeriod" startAt="4"/>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the box that follows that, type in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“Storm”. </a:t>
            </a:r>
            <a:r>
              <a:rPr kumimoji="0" lang="en-US" sz="140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renames your new scenario as storm. We are naming it storm because the disturbance we want to introduce is a storm.</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can give your disturbance whatever name reminds you what disturbance you are introducing.</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28600" marR="0" lvl="0" indent="-228600" algn="l" defTabSz="914400" rtl="0" eaLnBrk="1" fontAlgn="auto" latinLnBrk="0" hangingPunct="1">
              <a:lnSpc>
                <a:spcPct val="100000"/>
              </a:lnSpc>
              <a:spcBef>
                <a:spcPts val="0"/>
              </a:spcBef>
              <a:spcAft>
                <a:spcPts val="0"/>
              </a:spcAft>
              <a:buClr>
                <a:srgbClr val="000000"/>
              </a:buClr>
              <a:buSzPts val="1600"/>
              <a:buFont typeface="+mj-lt"/>
              <a:buAutoNum type="arabicPeriod" startAt="4"/>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done, your screen should look similar to the one below image.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28600" marR="0" lvl="0" indent="-228600" algn="l" defTabSz="914400" rtl="0" eaLnBrk="1" fontAlgn="auto" latinLnBrk="0" hangingPunct="1">
              <a:lnSpc>
                <a:spcPct val="100000"/>
              </a:lnSpc>
              <a:spcBef>
                <a:spcPts val="0"/>
              </a:spcBef>
              <a:spcAft>
                <a:spcPts val="0"/>
              </a:spcAft>
              <a:buClr>
                <a:srgbClr val="000000"/>
              </a:buClr>
              <a:buSzPts val="1600"/>
              <a:buFont typeface="+mj-lt"/>
              <a:buAutoNum type="arabicPeriod" startAt="4"/>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the next slide to continue.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pic>
        <p:nvPicPr>
          <p:cNvPr id="3" name="Picture 2">
            <a:extLst>
              <a:ext uri="{FF2B5EF4-FFF2-40B4-BE49-F238E27FC236}">
                <a16:creationId xmlns:a16="http://schemas.microsoft.com/office/drawing/2014/main" id="{CFFE3D29-4B6A-1EA4-71B4-40316447778B}"/>
              </a:ext>
            </a:extLst>
          </p:cNvPr>
          <p:cNvPicPr>
            <a:picLocks noChangeAspect="1"/>
          </p:cNvPicPr>
          <p:nvPr/>
        </p:nvPicPr>
        <p:blipFill rotWithShape="1">
          <a:blip r:embed="rId3"/>
          <a:srcRect b="6460"/>
          <a:stretch/>
        </p:blipFill>
        <p:spPr>
          <a:xfrm>
            <a:off x="572814" y="2121776"/>
            <a:ext cx="7998372" cy="4676060"/>
          </a:xfrm>
          <a:prstGeom prst="rect">
            <a:avLst/>
          </a:prstGeom>
        </p:spPr>
      </p:pic>
      <p:sp>
        <p:nvSpPr>
          <p:cNvPr id="2" name="Slide Number Placeholder 1">
            <a:extLst>
              <a:ext uri="{FF2B5EF4-FFF2-40B4-BE49-F238E27FC236}">
                <a16:creationId xmlns:a16="http://schemas.microsoft.com/office/drawing/2014/main" id="{897A19BB-5099-1D81-95FD-CB937D24CB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dirty="0"/>
          </a:p>
        </p:txBody>
      </p:sp>
    </p:spTree>
    <p:extLst>
      <p:ext uri="{BB962C8B-B14F-4D97-AF65-F5344CB8AC3E}">
        <p14:creationId xmlns:p14="http://schemas.microsoft.com/office/powerpoint/2010/main" val="896670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1"/>
          <p:cNvSpPr txBox="1"/>
          <p:nvPr/>
        </p:nvSpPr>
        <p:spPr>
          <a:xfrm>
            <a:off x="250492" y="72533"/>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Now introduce a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68" name="Google Shape;368;p31"/>
          <p:cNvSpPr txBox="1"/>
          <p:nvPr/>
        </p:nvSpPr>
        <p:spPr>
          <a:xfrm>
            <a:off x="131411" y="536594"/>
            <a:ext cx="8907486" cy="138495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Some information to know</a:t>
            </a:r>
            <a:endParaRPr kumimoji="0"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introduce disturbance, you will need to bring up the scenario pane (for your new scenario), just as we did with the original scenario.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will then use the content of the Transition pathways diagram to make changes that reflect the type and characteristics of this new disturbance.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Follow the steps on the next slides to do that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lide Number Placeholder 1">
            <a:extLst>
              <a:ext uri="{FF2B5EF4-FFF2-40B4-BE49-F238E27FC236}">
                <a16:creationId xmlns:a16="http://schemas.microsoft.com/office/drawing/2014/main" id="{0CFC02E2-2974-C4BF-079A-84F60710A4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2"/>
          <p:cNvSpPr txBox="1"/>
          <p:nvPr/>
        </p:nvSpPr>
        <p:spPr>
          <a:xfrm>
            <a:off x="123791" y="111652"/>
            <a:ext cx="8590604"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74" name="Google Shape;374;p32"/>
          <p:cNvSpPr txBox="1"/>
          <p:nvPr/>
        </p:nvSpPr>
        <p:spPr>
          <a:xfrm>
            <a:off x="202407" y="502135"/>
            <a:ext cx="5361926" cy="30773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First, open the scenario pane for the Storm scenario</a:t>
            </a:r>
            <a:endParaRPr kumimoji="0" sz="140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75" name="Google Shape;375;p32"/>
          <p:cNvSpPr txBox="1"/>
          <p:nvPr/>
        </p:nvSpPr>
        <p:spPr>
          <a:xfrm>
            <a:off x="323275" y="920075"/>
            <a:ext cx="8699856" cy="1169511"/>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Double click the “Storm”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scenario and that should bring up the scenario pane, similar to the one shown below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Remember: you can drag the pane to the right so it is right next to the library pane, and you can extend the pane downward so it is larger.</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Your screen should look similar to the one below when done.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the next slide to continue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FF9091FF-2102-40CB-689D-EE0F0EFFF263}"/>
              </a:ext>
            </a:extLst>
          </p:cNvPr>
          <p:cNvPicPr>
            <a:picLocks noChangeAspect="1"/>
          </p:cNvPicPr>
          <p:nvPr/>
        </p:nvPicPr>
        <p:blipFill rotWithShape="1">
          <a:blip r:embed="rId3"/>
          <a:srcRect b="6621"/>
          <a:stretch/>
        </p:blipFill>
        <p:spPr>
          <a:xfrm>
            <a:off x="1156138" y="2405606"/>
            <a:ext cx="7585841" cy="4427259"/>
          </a:xfrm>
          <a:prstGeom prst="rect">
            <a:avLst/>
          </a:prstGeom>
        </p:spPr>
      </p:pic>
      <p:sp>
        <p:nvSpPr>
          <p:cNvPr id="2" name="Slide Number Placeholder 1">
            <a:extLst>
              <a:ext uri="{FF2B5EF4-FFF2-40B4-BE49-F238E27FC236}">
                <a16:creationId xmlns:a16="http://schemas.microsoft.com/office/drawing/2014/main" id="{2A572D86-E41E-697E-63D1-A0B34AB08D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3"/>
          <p:cNvSpPr txBox="1"/>
          <p:nvPr/>
        </p:nvSpPr>
        <p:spPr>
          <a:xfrm>
            <a:off x="85581" y="446939"/>
            <a:ext cx="8874280" cy="52318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Next, you want to change the details of the “Transition pathways” diagram  using its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Probabilistic Transition table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 table that you can edit).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82" name="Google Shape;382;p33"/>
          <p:cNvSpPr txBox="1"/>
          <p:nvPr/>
        </p:nvSpPr>
        <p:spPr>
          <a:xfrm>
            <a:off x="154105" y="982519"/>
            <a:ext cx="8874281" cy="2462172"/>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“Transition pathways” tab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display the diagram of the state classes.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Within the diagram,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double click the box for “Late 2 CLS”.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will bring up a probabilistic transitions table (the table shown in the image below that’s on top of the pathways diagram).</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4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are clicking this successional stage (Late 2 CLS) because when introducing a new disturbance, you click the successional stage that you want your disturbance to move the system from.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4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E.g., if moving the system from Mid 2 OPN to early 1 All, to get the table, you double click Mid 2 OPN in the transition pathways diagram.</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4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this case, you want the disturbance to move this ecosystem from Late 2 CLS to something else, so you double click Late 2 CLS, i.e., the one you are moving it from.</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Your screen should look similar to the one shown below.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continue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83" name="Google Shape;383;p33"/>
          <p:cNvSpPr txBox="1"/>
          <p:nvPr/>
        </p:nvSpPr>
        <p:spPr>
          <a:xfrm>
            <a:off x="123791" y="77607"/>
            <a:ext cx="4276759"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CEDF7415-D046-7623-166B-545C9039CB9B}"/>
              </a:ext>
            </a:extLst>
          </p:cNvPr>
          <p:cNvPicPr>
            <a:picLocks noChangeAspect="1"/>
          </p:cNvPicPr>
          <p:nvPr/>
        </p:nvPicPr>
        <p:blipFill rotWithShape="1">
          <a:blip r:embed="rId3"/>
          <a:srcRect b="8942"/>
          <a:stretch/>
        </p:blipFill>
        <p:spPr>
          <a:xfrm>
            <a:off x="2958662" y="3326058"/>
            <a:ext cx="6069724" cy="3454335"/>
          </a:xfrm>
          <a:prstGeom prst="rect">
            <a:avLst/>
          </a:prstGeom>
        </p:spPr>
      </p:pic>
      <p:sp>
        <p:nvSpPr>
          <p:cNvPr id="2" name="Slide Number Placeholder 1">
            <a:extLst>
              <a:ext uri="{FF2B5EF4-FFF2-40B4-BE49-F238E27FC236}">
                <a16:creationId xmlns:a16="http://schemas.microsoft.com/office/drawing/2014/main" id="{79ECD239-22B4-D35D-A394-531A86B341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4"/>
          <p:cNvSpPr txBox="1"/>
          <p:nvPr/>
        </p:nvSpPr>
        <p:spPr>
          <a:xfrm>
            <a:off x="85581" y="399186"/>
            <a:ext cx="9058419" cy="52318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Next, you want to set up the characteristics of your new disturbance in the probabilistic transitions table that you just brought up in the previous step</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90" name="Google Shape;390;p34"/>
          <p:cNvSpPr txBox="1"/>
          <p:nvPr/>
        </p:nvSpPr>
        <p:spPr>
          <a:xfrm>
            <a:off x="304445" y="1060507"/>
            <a:ext cx="8767833" cy="1169511"/>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Maximize the table by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clicking the little box at the top right corner next to the </a:t>
            </a:r>
            <a:r>
              <a:rPr kumimoji="0" lang="en-US" sz="1400" b="0" i="1" u="none" strike="noStrike" kern="0" cap="none" spc="0" normalizeH="0" baseline="0" noProof="0" dirty="0">
                <a:ln>
                  <a:noFill/>
                </a:ln>
                <a:solidFill>
                  <a:srgbClr val="C00000"/>
                </a:solidFill>
                <a:effectLst/>
                <a:uLnTx/>
                <a:uFillTx/>
                <a:latin typeface="Times New Roman" panose="02020603050405020304" pitchFamily="18" charset="0"/>
                <a:ea typeface="Calibri"/>
                <a:cs typeface="Times New Roman" panose="02020603050405020304" pitchFamily="18" charset="0"/>
                <a:sym typeface="Calibri"/>
              </a:rPr>
              <a:t>red X button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This will help you see the content of this table better</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done maximizing, your screen should look similar to the one below.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continue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391" name="Google Shape;391;p34"/>
          <p:cNvSpPr txBox="1"/>
          <p:nvPr/>
        </p:nvSpPr>
        <p:spPr>
          <a:xfrm>
            <a:off x="77032" y="29854"/>
            <a:ext cx="8590604"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FC5B1945-0F0C-B6A1-6E3E-0A9A39E8FE03}"/>
              </a:ext>
            </a:extLst>
          </p:cNvPr>
          <p:cNvPicPr>
            <a:picLocks noChangeAspect="1"/>
          </p:cNvPicPr>
          <p:nvPr/>
        </p:nvPicPr>
        <p:blipFill rotWithShape="1">
          <a:blip r:embed="rId3"/>
          <a:srcRect b="7011"/>
          <a:stretch/>
        </p:blipFill>
        <p:spPr>
          <a:xfrm>
            <a:off x="896007" y="2515914"/>
            <a:ext cx="7351986" cy="4272814"/>
          </a:xfrm>
          <a:prstGeom prst="rect">
            <a:avLst/>
          </a:prstGeom>
        </p:spPr>
      </p:pic>
      <p:sp>
        <p:nvSpPr>
          <p:cNvPr id="2" name="Slide Number Placeholder 1">
            <a:extLst>
              <a:ext uri="{FF2B5EF4-FFF2-40B4-BE49-F238E27FC236}">
                <a16:creationId xmlns:a16="http://schemas.microsoft.com/office/drawing/2014/main" id="{2B8C1F16-7C01-6F29-F54B-1F25D7D1B0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5"/>
          <p:cNvSpPr txBox="1"/>
          <p:nvPr/>
        </p:nvSpPr>
        <p:spPr>
          <a:xfrm>
            <a:off x="188083" y="477334"/>
            <a:ext cx="8767833" cy="1169511"/>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Within this table, there are two sections; the top section (labeled A below), and the bottom section (labeled B below) that says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a:cs typeface="Times New Roman" panose="02020603050405020304" pitchFamily="18" charset="0"/>
                <a:sym typeface="Times New Roman"/>
              </a:rPr>
              <a:t>probabilistic transitions in the first row.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For purposes of this activity, you want to leave the top section (labeled A) alone, so do not change anything in this section. You only want to make changes in 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a:cs typeface="Times New Roman" panose="02020603050405020304" pitchFamily="18" charset="0"/>
                <a:sym typeface="Times New Roman"/>
              </a:rPr>
              <a:t>probabilistic transitions</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section (section labeled B)</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for steps to make these changes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98" name="Google Shape;398;p35"/>
          <p:cNvSpPr txBox="1"/>
          <p:nvPr/>
        </p:nvSpPr>
        <p:spPr>
          <a:xfrm>
            <a:off x="77032" y="29854"/>
            <a:ext cx="8590604"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5" name="Picture 4">
            <a:extLst>
              <a:ext uri="{FF2B5EF4-FFF2-40B4-BE49-F238E27FC236}">
                <a16:creationId xmlns:a16="http://schemas.microsoft.com/office/drawing/2014/main" id="{EFEFE578-A110-7DD8-F87C-3422E22EA437}"/>
              </a:ext>
            </a:extLst>
          </p:cNvPr>
          <p:cNvPicPr>
            <a:picLocks noChangeAspect="1"/>
          </p:cNvPicPr>
          <p:nvPr/>
        </p:nvPicPr>
        <p:blipFill rotWithShape="1">
          <a:blip r:embed="rId3"/>
          <a:srcRect b="7011"/>
          <a:stretch/>
        </p:blipFill>
        <p:spPr>
          <a:xfrm>
            <a:off x="896007" y="2515914"/>
            <a:ext cx="7351986" cy="4272814"/>
          </a:xfrm>
          <a:prstGeom prst="rect">
            <a:avLst/>
          </a:prstGeom>
        </p:spPr>
      </p:pic>
      <p:grpSp>
        <p:nvGrpSpPr>
          <p:cNvPr id="6" name="Group 5">
            <a:extLst>
              <a:ext uri="{FF2B5EF4-FFF2-40B4-BE49-F238E27FC236}">
                <a16:creationId xmlns:a16="http://schemas.microsoft.com/office/drawing/2014/main" id="{763F2EE0-FC8C-EABC-615B-290E39F4E0CE}"/>
              </a:ext>
            </a:extLst>
          </p:cNvPr>
          <p:cNvGrpSpPr/>
          <p:nvPr/>
        </p:nvGrpSpPr>
        <p:grpSpPr>
          <a:xfrm>
            <a:off x="4030729" y="2896490"/>
            <a:ext cx="683210" cy="3782291"/>
            <a:chOff x="-1200567" y="1829690"/>
            <a:chExt cx="683210" cy="3782291"/>
          </a:xfrm>
        </p:grpSpPr>
        <p:grpSp>
          <p:nvGrpSpPr>
            <p:cNvPr id="7" name="Group 6">
              <a:extLst>
                <a:ext uri="{FF2B5EF4-FFF2-40B4-BE49-F238E27FC236}">
                  <a16:creationId xmlns:a16="http://schemas.microsoft.com/office/drawing/2014/main" id="{5BC51013-F664-7AAF-EE69-E86EDD575366}"/>
                </a:ext>
              </a:extLst>
            </p:cNvPr>
            <p:cNvGrpSpPr/>
            <p:nvPr/>
          </p:nvGrpSpPr>
          <p:grpSpPr>
            <a:xfrm>
              <a:off x="-1200567" y="1829690"/>
              <a:ext cx="646835" cy="1371600"/>
              <a:chOff x="-1200567" y="1829690"/>
              <a:chExt cx="646835" cy="1371600"/>
            </a:xfrm>
          </p:grpSpPr>
          <p:sp>
            <p:nvSpPr>
              <p:cNvPr id="11" name="Google Shape;402;p35">
                <a:extLst>
                  <a:ext uri="{FF2B5EF4-FFF2-40B4-BE49-F238E27FC236}">
                    <a16:creationId xmlns:a16="http://schemas.microsoft.com/office/drawing/2014/main" id="{120342F4-B751-413E-4056-0EB74905B0A2}"/>
                  </a:ext>
                </a:extLst>
              </p:cNvPr>
              <p:cNvSpPr/>
              <p:nvPr/>
            </p:nvSpPr>
            <p:spPr>
              <a:xfrm>
                <a:off x="-1200567" y="1829690"/>
                <a:ext cx="238991" cy="1371600"/>
              </a:xfrm>
              <a:prstGeom prst="rightBrace">
                <a:avLst>
                  <a:gd name="adj1" fmla="val 8333"/>
                  <a:gd name="adj2" fmla="val 50000"/>
                </a:avLst>
              </a:prstGeom>
              <a:noFill/>
              <a:ln w="19050" cap="flat" cmpd="sng">
                <a:solidFill>
                  <a:schemeClr val="accent6">
                    <a:lumMod val="75000"/>
                  </a:scheme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 name="Google Shape;403;p35">
                <a:extLst>
                  <a:ext uri="{FF2B5EF4-FFF2-40B4-BE49-F238E27FC236}">
                    <a16:creationId xmlns:a16="http://schemas.microsoft.com/office/drawing/2014/main" id="{AE3F3D4C-5FE8-6806-29C6-D40B21603C12}"/>
                  </a:ext>
                </a:extLst>
              </p:cNvPr>
              <p:cNvSpPr txBox="1"/>
              <p:nvPr/>
            </p:nvSpPr>
            <p:spPr>
              <a:xfrm>
                <a:off x="-953782" y="2359626"/>
                <a:ext cx="40005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grpSp>
          <p:nvGrpSpPr>
            <p:cNvPr id="8" name="Group 7">
              <a:extLst>
                <a:ext uri="{FF2B5EF4-FFF2-40B4-BE49-F238E27FC236}">
                  <a16:creationId xmlns:a16="http://schemas.microsoft.com/office/drawing/2014/main" id="{14AB4AC4-6AD5-6559-340C-3247D6D77AA1}"/>
                </a:ext>
              </a:extLst>
            </p:cNvPr>
            <p:cNvGrpSpPr/>
            <p:nvPr/>
          </p:nvGrpSpPr>
          <p:grpSpPr>
            <a:xfrm>
              <a:off x="-1200557" y="3274686"/>
              <a:ext cx="683200" cy="2337295"/>
              <a:chOff x="-1200557" y="3274686"/>
              <a:chExt cx="683200" cy="2337295"/>
            </a:xfrm>
          </p:grpSpPr>
          <p:sp>
            <p:nvSpPr>
              <p:cNvPr id="9" name="Google Shape;405;p35">
                <a:extLst>
                  <a:ext uri="{FF2B5EF4-FFF2-40B4-BE49-F238E27FC236}">
                    <a16:creationId xmlns:a16="http://schemas.microsoft.com/office/drawing/2014/main" id="{9906397C-78C7-7FB0-7947-046C36A80CA7}"/>
                  </a:ext>
                </a:extLst>
              </p:cNvPr>
              <p:cNvSpPr/>
              <p:nvPr/>
            </p:nvSpPr>
            <p:spPr>
              <a:xfrm>
                <a:off x="-1200557" y="3274686"/>
                <a:ext cx="246785" cy="2337295"/>
              </a:xfrm>
              <a:prstGeom prst="rightBrace">
                <a:avLst>
                  <a:gd name="adj1" fmla="val 8333"/>
                  <a:gd name="adj2" fmla="val 50000"/>
                </a:avLst>
              </a:prstGeom>
              <a:noFill/>
              <a:ln w="19050" cap="flat" cmpd="sng">
                <a:solidFill>
                  <a:schemeClr val="accent2">
                    <a:lumMod val="50000"/>
                  </a:scheme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0" name="Google Shape;406;p35">
                <a:extLst>
                  <a:ext uri="{FF2B5EF4-FFF2-40B4-BE49-F238E27FC236}">
                    <a16:creationId xmlns:a16="http://schemas.microsoft.com/office/drawing/2014/main" id="{94841062-274C-7255-9E17-49AE3F760AF4}"/>
                  </a:ext>
                </a:extLst>
              </p:cNvPr>
              <p:cNvSpPr txBox="1"/>
              <p:nvPr/>
            </p:nvSpPr>
            <p:spPr>
              <a:xfrm>
                <a:off x="-917407" y="4263632"/>
                <a:ext cx="400050" cy="30777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B</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grpSp>
      <p:sp>
        <p:nvSpPr>
          <p:cNvPr id="2" name="Slide Number Placeholder 1">
            <a:extLst>
              <a:ext uri="{FF2B5EF4-FFF2-40B4-BE49-F238E27FC236}">
                <a16:creationId xmlns:a16="http://schemas.microsoft.com/office/drawing/2014/main" id="{6BF57B99-5F65-9F25-68D5-B593B42B900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6"/>
          <p:cNvSpPr txBox="1"/>
          <p:nvPr/>
        </p:nvSpPr>
        <p:spPr>
          <a:xfrm>
            <a:off x="188083" y="477334"/>
            <a:ext cx="8767833" cy="4832052"/>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section B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probabilistic transitions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table), there will be several rows (arranged by column) with text data already entered. BUT, there should be one or two rows at the end, that are completely empty with nothing in them. </a:t>
            </a:r>
          </a:p>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lang="en-US" b="1" dirty="0">
                <a:latin typeface="Times New Roman" panose="02020603050405020304" pitchFamily="18" charset="0"/>
                <a:ea typeface="Calibri"/>
                <a:cs typeface="Times New Roman" panose="02020603050405020304" pitchFamily="18" charset="0"/>
                <a:sym typeface="Calibri"/>
              </a:rPr>
              <a:t>We want to enter our data in an empty row</a:t>
            </a:r>
            <a:r>
              <a:rPr lang="en-US" dirty="0">
                <a:latin typeface="Times New Roman" panose="02020603050405020304" pitchFamily="18" charset="0"/>
                <a:ea typeface="Calibri"/>
                <a:cs typeface="Times New Roman" panose="02020603050405020304" pitchFamily="18" charset="0"/>
                <a:sym typeface="Calibri"/>
              </a:rPr>
              <a:t> that have nothing in it already. We do not wan to click any of them rows with data in them or change their content. We want an empty one so go to that.</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the empty row</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under the column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“class”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first empty cell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it will automatically fill that box in with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Late 2 CLS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Once it does that, leave it as is. This indicates that we are asking the disturbance to move the system from this successional stage.</a:t>
            </a: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Next, the cell in the column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class”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will already be filled.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this cell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it will have a dropdown arrow to the bottom.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this dropdown arrow in it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among the classes shown,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select </a:t>
            </a:r>
            <a:r>
              <a:rPr kumimoji="0" lang="en-US" sz="1400" b="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“Early1 All</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are telling the model that you want the disturbance to impact the system in such a way that Late 2 closed succession stage will be reduced (move from), and instead the disturbance should provide opportunity for increase in early 1 succession stage (early 1) that has a mixed canopy structure (All).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is like saying that you are asking the disturbance to specifically target moving the ecosystem from late 2 closed to more of early 1 All, even though you know that all the other classes are likely to be impacted as well during this process. So, don’t get hang up thinking only the selected classes will change. We are just giving it direction by putting in particular things that we would like.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Under 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“transition type”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column,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empty cell</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then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dropdown menu in it</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and then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select “Wind/weather/stress”</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means that, out of the types of disturbances given in that list, this is the category you have determined to best represent the disturbance (storm) that you are introducing into this ecosystem.</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Keep going with your table on the next slide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412" name="Google Shape;412;p36"/>
          <p:cNvSpPr txBox="1"/>
          <p:nvPr/>
        </p:nvSpPr>
        <p:spPr>
          <a:xfrm>
            <a:off x="77032" y="29854"/>
            <a:ext cx="8590604"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lide Number Placeholder 1">
            <a:extLst>
              <a:ext uri="{FF2B5EF4-FFF2-40B4-BE49-F238E27FC236}">
                <a16:creationId xmlns:a16="http://schemas.microsoft.com/office/drawing/2014/main" id="{8AA12711-47E6-4208-126D-7D0AFB22BD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7"/>
          <p:cNvSpPr txBox="1"/>
          <p:nvPr/>
        </p:nvSpPr>
        <p:spPr>
          <a:xfrm>
            <a:off x="251783" y="455431"/>
            <a:ext cx="8767833" cy="5262939"/>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Under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“probability”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column,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type in 0.2000</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This sets the disturbance return interval</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You are saying that you expect the storm to be returning to this ecosystem every 5 yrs.</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So, in probability terms, you divide 1 by the 5 to get 0.2000 that you put in this box</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We always put the return interval value in here in the form of a decimal.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2"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This means that for any disturbance you work with, you need to know its return interval in years. Then use that number to calculate the probability for it, which is what you enter in this box </a:t>
            </a:r>
          </a:p>
          <a:p>
            <a:pPr marL="800100" marR="0" lvl="2"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For example, if return interval is filled 10 yrs., you divide 1 by 10 to get 0.1000, which is what you enter in this column.</a:t>
            </a:r>
          </a:p>
          <a:p>
            <a:pPr marL="800100" marR="0" lvl="2"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Probability is always in decimal form, so you must change your return interval (10 yrs.) into a decimal format (0.1000)</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For 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“Age reset”</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column,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cell and select Yes from the dropdown</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are saying that you want the disturbance to reset the ecosystem to the lowest number in the age range of the class it is being moved to. In this case, because you are moving it to early 1 all (a stage that lasts 0 to 5 yrs.), by clicking Yes on age reset, you are asking for the ecosystem to go back to 0 (the lowest number in the 0 - 5 age range)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For each disturbance you work with, you will have to decide if you want the system to reset the age or not (Yes or No for this column)</a:t>
            </a:r>
            <a:endParaRPr kumimoji="0" sz="14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For 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TST Min, enter zero,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similar to the rows before it.</a:t>
            </a:r>
          </a:p>
          <a:p>
            <a:pPr marL="800100" marR="0" lvl="1"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TSTmin stands for Time Since Transition minimum. This means that the transition (i.e., disturbance) can only be applied after the minimum number of years. In this case, those number of years are zero. </a:t>
            </a:r>
            <a:endPar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endPar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see your completely filled in table.</a:t>
            </a:r>
            <a:endParaRPr kumimoji="0" sz="1400" b="0" i="0" u="none" strike="noStrike" kern="0" cap="none" spc="0" normalizeH="0" baseline="0" noProof="0" dirty="0">
              <a:ln>
                <a:noFill/>
              </a:ln>
              <a:solidFill>
                <a:srgbClr val="0000FF"/>
              </a:solidFill>
              <a:effectLst/>
              <a:uLnTx/>
              <a:uFillTx/>
              <a:latin typeface="Times New Roman" panose="02020603050405020304" pitchFamily="18" charset="0"/>
              <a:ea typeface="Calibri"/>
              <a:cs typeface="Times New Roman" panose="02020603050405020304" pitchFamily="18" charset="0"/>
              <a:sym typeface="Calibri"/>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419" name="Google Shape;419;p37"/>
          <p:cNvSpPr txBox="1"/>
          <p:nvPr/>
        </p:nvSpPr>
        <p:spPr>
          <a:xfrm>
            <a:off x="77032" y="29854"/>
            <a:ext cx="8590604"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lide Number Placeholder 1">
            <a:extLst>
              <a:ext uri="{FF2B5EF4-FFF2-40B4-BE49-F238E27FC236}">
                <a16:creationId xmlns:a16="http://schemas.microsoft.com/office/drawing/2014/main" id="{CD56FE4D-A53D-3E47-B4FB-6C20A83635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8"/>
          <p:cNvSpPr txBox="1"/>
          <p:nvPr/>
        </p:nvSpPr>
        <p:spPr>
          <a:xfrm>
            <a:off x="144280" y="510186"/>
            <a:ext cx="8767833" cy="1169511"/>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You should now have the table filled out, similar to the one below, with the showing the row you just filled in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save icon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at the top left corner of the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syncroSim</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window to save your work. </a:t>
            </a:r>
          </a:p>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Do not leave this part without saving, you will lose all of the things you have told this model to do!</a:t>
            </a:r>
            <a:endParaRPr kumimoji="0" sz="1400" b="1"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for instruction on how to exit this table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425" name="Google Shape;425;p38"/>
          <p:cNvSpPr txBox="1"/>
          <p:nvPr/>
        </p:nvSpPr>
        <p:spPr>
          <a:xfrm>
            <a:off x="77032" y="29854"/>
            <a:ext cx="8590604"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pSp>
        <p:nvGrpSpPr>
          <p:cNvPr id="8" name="Group 7">
            <a:extLst>
              <a:ext uri="{FF2B5EF4-FFF2-40B4-BE49-F238E27FC236}">
                <a16:creationId xmlns:a16="http://schemas.microsoft.com/office/drawing/2014/main" id="{AC982031-FABA-F906-9BED-140DDE36BD45}"/>
              </a:ext>
            </a:extLst>
          </p:cNvPr>
          <p:cNvGrpSpPr/>
          <p:nvPr/>
        </p:nvGrpSpPr>
        <p:grpSpPr>
          <a:xfrm>
            <a:off x="-68317" y="2848305"/>
            <a:ext cx="9077888" cy="1269824"/>
            <a:chOff x="-68317" y="2848305"/>
            <a:chExt cx="9077888" cy="1269824"/>
          </a:xfrm>
        </p:grpSpPr>
        <p:pic>
          <p:nvPicPr>
            <p:cNvPr id="3" name="Picture 2">
              <a:extLst>
                <a:ext uri="{FF2B5EF4-FFF2-40B4-BE49-F238E27FC236}">
                  <a16:creationId xmlns:a16="http://schemas.microsoft.com/office/drawing/2014/main" id="{C5FC875B-3621-FFCD-7DA0-4A5EC62B224C}"/>
                </a:ext>
              </a:extLst>
            </p:cNvPr>
            <p:cNvPicPr>
              <a:picLocks noChangeAspect="1"/>
            </p:cNvPicPr>
            <p:nvPr/>
          </p:nvPicPr>
          <p:blipFill rotWithShape="1">
            <a:blip r:embed="rId3"/>
            <a:srcRect t="39379" b="37448"/>
            <a:stretch/>
          </p:blipFill>
          <p:spPr>
            <a:xfrm>
              <a:off x="241738" y="2848305"/>
              <a:ext cx="8767833" cy="1269824"/>
            </a:xfrm>
            <a:prstGeom prst="rect">
              <a:avLst/>
            </a:prstGeom>
          </p:spPr>
        </p:pic>
        <p:cxnSp>
          <p:nvCxnSpPr>
            <p:cNvPr id="4" name="Google Shape;162;p7">
              <a:extLst>
                <a:ext uri="{FF2B5EF4-FFF2-40B4-BE49-F238E27FC236}">
                  <a16:creationId xmlns:a16="http://schemas.microsoft.com/office/drawing/2014/main" id="{07914E44-6EAC-7716-1C08-BF2ECD6D703B}"/>
                </a:ext>
              </a:extLst>
            </p:cNvPr>
            <p:cNvCxnSpPr>
              <a:cxnSpLocks/>
            </p:cNvCxnSpPr>
            <p:nvPr/>
          </p:nvCxnSpPr>
          <p:spPr>
            <a:xfrm>
              <a:off x="-68317" y="3836275"/>
              <a:ext cx="567558" cy="0"/>
            </a:xfrm>
            <a:prstGeom prst="straightConnector1">
              <a:avLst/>
            </a:prstGeom>
            <a:noFill/>
            <a:ln w="25400" cap="flat" cmpd="sng">
              <a:solidFill>
                <a:schemeClr val="accent6">
                  <a:lumMod val="75000"/>
                </a:schemeClr>
              </a:solidFill>
              <a:prstDash val="solid"/>
              <a:round/>
              <a:headEnd type="none" w="sm" len="sm"/>
              <a:tailEnd type="triangle" w="med" len="med"/>
            </a:ln>
          </p:spPr>
        </p:cxnSp>
      </p:grpSp>
      <p:sp>
        <p:nvSpPr>
          <p:cNvPr id="2" name="Slide Number Placeholder 1">
            <a:extLst>
              <a:ext uri="{FF2B5EF4-FFF2-40B4-BE49-F238E27FC236}">
                <a16:creationId xmlns:a16="http://schemas.microsoft.com/office/drawing/2014/main" id="{2F137CF6-27C2-47C7-0E01-55AA041CA3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9"/>
          <p:cNvSpPr txBox="1"/>
          <p:nvPr/>
        </p:nvSpPr>
        <p:spPr>
          <a:xfrm>
            <a:off x="128391" y="389908"/>
            <a:ext cx="9058419" cy="30773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Now we want to exit out of the probabilistic table so we can run the model</a:t>
            </a:r>
            <a:endParaRPr kumimoji="0"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34" name="Google Shape;434;p39"/>
          <p:cNvSpPr txBox="1"/>
          <p:nvPr/>
        </p:nvSpPr>
        <p:spPr>
          <a:xfrm>
            <a:off x="124703" y="757393"/>
            <a:ext cx="8872152" cy="2031285"/>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After saving, first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minimize the table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by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clicking the middle set of boxes in the top right corner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(shown by the dotted circle). </a:t>
            </a: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You need to do this minimizing step to avoid clicking the wrong tab that could delete your whole work window.</a:t>
            </a:r>
            <a:endParaRPr kumimoji="0" sz="14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That will bring you back to the table and the pathways diagram as before (2</a:t>
            </a:r>
            <a:r>
              <a:rPr kumimoji="0" lang="en-US" sz="1400" b="0" i="0" u="none" strike="noStrike" kern="0" cap="none" spc="0" normalizeH="0" baseline="3000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nd</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image to the right).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exit the table,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on the </a:t>
            </a:r>
            <a:r>
              <a:rPr kumimoji="0" lang="en-US" sz="1400" b="0" i="1" u="none" strike="noStrike" kern="0" cap="none" spc="0" normalizeH="0" baseline="0" noProof="0" dirty="0">
                <a:ln>
                  <a:noFill/>
                </a:ln>
                <a:solidFill>
                  <a:srgbClr val="C00000"/>
                </a:solidFill>
                <a:effectLst/>
                <a:uLnTx/>
                <a:uFillTx/>
                <a:latin typeface="Times New Roman" panose="02020603050405020304" pitchFamily="18" charset="0"/>
                <a:ea typeface="Calibri"/>
                <a:cs typeface="Times New Roman" panose="02020603050405020304" pitchFamily="18" charset="0"/>
                <a:sym typeface="Calibri"/>
              </a:rPr>
              <a:t>red X</a:t>
            </a:r>
            <a:r>
              <a:rPr kumimoji="0" lang="en-US" sz="1400" b="0" i="1" u="none" strike="noStrike" kern="0" cap="none" spc="0" normalizeH="0" baseline="0" noProof="0" dirty="0">
                <a:ln>
                  <a:noFill/>
                </a:ln>
                <a:solidFill>
                  <a:srgbClr val="FF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tab to its right corner</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That will leave you with the scenario pane that has the transition pathways diagram.</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Click save again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them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a:t>
            </a:r>
            <a:r>
              <a:rPr kumimoji="0" lang="en-US" sz="1400" b="0" i="1" u="none" strike="noStrike" kern="0" cap="none" spc="0" normalizeH="0" baseline="0" noProof="0" dirty="0">
                <a:ln>
                  <a:noFill/>
                </a:ln>
                <a:solidFill>
                  <a:srgbClr val="C00000"/>
                </a:solidFill>
                <a:effectLst/>
                <a:uLnTx/>
                <a:uFillTx/>
                <a:latin typeface="Times New Roman" panose="02020603050405020304" pitchFamily="18" charset="0"/>
                <a:ea typeface="Calibri"/>
                <a:cs typeface="Times New Roman" panose="02020603050405020304" pitchFamily="18" charset="0"/>
                <a:sym typeface="Calibri"/>
              </a:rPr>
              <a:t>red X</a:t>
            </a:r>
            <a:r>
              <a:rPr kumimoji="0" lang="en-US" sz="1400" b="1"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tab</a:t>
            </a:r>
            <a:r>
              <a:rPr kumimoji="0" lang="en-US" sz="1400" b="1"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on the top right hand corner of this pane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exit it as well.</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see what you have now.</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435" name="Google Shape;435;p39"/>
          <p:cNvSpPr txBox="1"/>
          <p:nvPr/>
        </p:nvSpPr>
        <p:spPr>
          <a:xfrm>
            <a:off x="77032" y="29854"/>
            <a:ext cx="8590604"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pSp>
        <p:nvGrpSpPr>
          <p:cNvPr id="10" name="Group 9">
            <a:extLst>
              <a:ext uri="{FF2B5EF4-FFF2-40B4-BE49-F238E27FC236}">
                <a16:creationId xmlns:a16="http://schemas.microsoft.com/office/drawing/2014/main" id="{694D98A9-8DAC-535E-65FC-9D873C75517E}"/>
              </a:ext>
            </a:extLst>
          </p:cNvPr>
          <p:cNvGrpSpPr/>
          <p:nvPr/>
        </p:nvGrpSpPr>
        <p:grpSpPr>
          <a:xfrm>
            <a:off x="85580" y="3787664"/>
            <a:ext cx="2883591" cy="2096373"/>
            <a:chOff x="-1317093" y="3277913"/>
            <a:chExt cx="2883591" cy="2096373"/>
          </a:xfrm>
        </p:grpSpPr>
        <p:pic>
          <p:nvPicPr>
            <p:cNvPr id="437" name="Google Shape;437;p39"/>
            <p:cNvPicPr preferRelativeResize="0"/>
            <p:nvPr/>
          </p:nvPicPr>
          <p:blipFill rotWithShape="1">
            <a:blip r:embed="rId3">
              <a:alphaModFix/>
            </a:blip>
            <a:srcRect l="86946" b="82311"/>
            <a:stretch/>
          </p:blipFill>
          <p:spPr>
            <a:xfrm>
              <a:off x="-1317093" y="3277913"/>
              <a:ext cx="2883591" cy="2096373"/>
            </a:xfrm>
            <a:prstGeom prst="rect">
              <a:avLst/>
            </a:prstGeom>
            <a:noFill/>
            <a:ln>
              <a:noFill/>
            </a:ln>
          </p:spPr>
        </p:pic>
        <p:sp>
          <p:nvSpPr>
            <p:cNvPr id="4" name="Google Shape;438;p39">
              <a:extLst>
                <a:ext uri="{FF2B5EF4-FFF2-40B4-BE49-F238E27FC236}">
                  <a16:creationId xmlns:a16="http://schemas.microsoft.com/office/drawing/2014/main" id="{7B9B2EBF-4A18-A8CA-9021-F81453A8FA66}"/>
                </a:ext>
              </a:extLst>
            </p:cNvPr>
            <p:cNvSpPr/>
            <p:nvPr/>
          </p:nvSpPr>
          <p:spPr>
            <a:xfrm>
              <a:off x="993190" y="3635552"/>
              <a:ext cx="281123" cy="270573"/>
            </a:xfrm>
            <a:prstGeom prst="ellipse">
              <a:avLst/>
            </a:prstGeom>
            <a:noFill/>
            <a:ln w="25400" cap="flat" cmpd="sng">
              <a:solidFill>
                <a:srgbClr val="0066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grpSp>
      <p:grpSp>
        <p:nvGrpSpPr>
          <p:cNvPr id="9" name="Group 8">
            <a:extLst>
              <a:ext uri="{FF2B5EF4-FFF2-40B4-BE49-F238E27FC236}">
                <a16:creationId xmlns:a16="http://schemas.microsoft.com/office/drawing/2014/main" id="{093F65F5-AF48-A037-96F3-A8E7A1B75C64}"/>
              </a:ext>
            </a:extLst>
          </p:cNvPr>
          <p:cNvGrpSpPr/>
          <p:nvPr/>
        </p:nvGrpSpPr>
        <p:grpSpPr>
          <a:xfrm>
            <a:off x="3104310" y="3277913"/>
            <a:ext cx="5954110" cy="3439867"/>
            <a:chOff x="3104310" y="3277913"/>
            <a:chExt cx="5954110" cy="3439867"/>
          </a:xfrm>
        </p:grpSpPr>
        <p:pic>
          <p:nvPicPr>
            <p:cNvPr id="3" name="Picture 2">
              <a:extLst>
                <a:ext uri="{FF2B5EF4-FFF2-40B4-BE49-F238E27FC236}">
                  <a16:creationId xmlns:a16="http://schemas.microsoft.com/office/drawing/2014/main" id="{F4ED67CE-99E2-F7A8-A974-A72161BDC589}"/>
                </a:ext>
              </a:extLst>
            </p:cNvPr>
            <p:cNvPicPr>
              <a:picLocks noChangeAspect="1"/>
            </p:cNvPicPr>
            <p:nvPr/>
          </p:nvPicPr>
          <p:blipFill rotWithShape="1">
            <a:blip r:embed="rId4"/>
            <a:srcRect b="7563"/>
            <a:stretch/>
          </p:blipFill>
          <p:spPr>
            <a:xfrm>
              <a:off x="3104310" y="3277913"/>
              <a:ext cx="5954110" cy="3439867"/>
            </a:xfrm>
            <a:prstGeom prst="rect">
              <a:avLst/>
            </a:prstGeom>
          </p:spPr>
        </p:pic>
        <p:grpSp>
          <p:nvGrpSpPr>
            <p:cNvPr id="8" name="Group 7">
              <a:extLst>
                <a:ext uri="{FF2B5EF4-FFF2-40B4-BE49-F238E27FC236}">
                  <a16:creationId xmlns:a16="http://schemas.microsoft.com/office/drawing/2014/main" id="{134CB7E9-084C-643E-3711-92569F087A4C}"/>
                </a:ext>
              </a:extLst>
            </p:cNvPr>
            <p:cNvGrpSpPr/>
            <p:nvPr/>
          </p:nvGrpSpPr>
          <p:grpSpPr>
            <a:xfrm>
              <a:off x="8182268" y="3635552"/>
              <a:ext cx="399468" cy="978489"/>
              <a:chOff x="8182268" y="3635552"/>
              <a:chExt cx="399468" cy="978489"/>
            </a:xfrm>
          </p:grpSpPr>
          <p:sp>
            <p:nvSpPr>
              <p:cNvPr id="5" name="Google Shape;438;p39">
                <a:extLst>
                  <a:ext uri="{FF2B5EF4-FFF2-40B4-BE49-F238E27FC236}">
                    <a16:creationId xmlns:a16="http://schemas.microsoft.com/office/drawing/2014/main" id="{86C540D6-F3A1-72F8-DCF7-A63F46AC5F03}"/>
                  </a:ext>
                </a:extLst>
              </p:cNvPr>
              <p:cNvSpPr/>
              <p:nvPr/>
            </p:nvSpPr>
            <p:spPr>
              <a:xfrm>
                <a:off x="8182268" y="4383542"/>
                <a:ext cx="194478" cy="230499"/>
              </a:xfrm>
              <a:prstGeom prst="ellipse">
                <a:avLst/>
              </a:prstGeom>
              <a:noFill/>
              <a:ln w="25400" cap="flat" cmpd="sng">
                <a:solidFill>
                  <a:srgbClr val="0066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6" name="Google Shape;438;p39">
                <a:extLst>
                  <a:ext uri="{FF2B5EF4-FFF2-40B4-BE49-F238E27FC236}">
                    <a16:creationId xmlns:a16="http://schemas.microsoft.com/office/drawing/2014/main" id="{64F2E98F-4472-2E89-2950-10758FD786E0}"/>
                  </a:ext>
                </a:extLst>
              </p:cNvPr>
              <p:cNvSpPr/>
              <p:nvPr/>
            </p:nvSpPr>
            <p:spPr>
              <a:xfrm>
                <a:off x="8387258" y="3635552"/>
                <a:ext cx="194478" cy="230499"/>
              </a:xfrm>
              <a:prstGeom prst="ellipse">
                <a:avLst/>
              </a:prstGeom>
              <a:noFill/>
              <a:ln w="25400" cap="flat" cmpd="sng">
                <a:solidFill>
                  <a:srgbClr val="0066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grpSp>
      </p:grpSp>
      <p:sp>
        <p:nvSpPr>
          <p:cNvPr id="2" name="Slide Number Placeholder 1">
            <a:extLst>
              <a:ext uri="{FF2B5EF4-FFF2-40B4-BE49-F238E27FC236}">
                <a16:creationId xmlns:a16="http://schemas.microsoft.com/office/drawing/2014/main" id="{9579E482-1664-ED1B-109F-606E653500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40"/>
          <p:cNvSpPr txBox="1"/>
          <p:nvPr/>
        </p:nvSpPr>
        <p:spPr>
          <a:xfrm>
            <a:off x="222467" y="590827"/>
            <a:ext cx="8780019" cy="52318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Your workspace should now look similar to the one below after exiting the table and the scenario pane in the previous step.</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49" name="Google Shape;449;p40"/>
          <p:cNvSpPr txBox="1"/>
          <p:nvPr/>
        </p:nvSpPr>
        <p:spPr>
          <a:xfrm>
            <a:off x="160159" y="88323"/>
            <a:ext cx="8590604"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 </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AB9B0D2A-1B86-C150-DA44-95AE0C11CAD3}"/>
              </a:ext>
            </a:extLst>
          </p:cNvPr>
          <p:cNvPicPr>
            <a:picLocks noChangeAspect="1"/>
          </p:cNvPicPr>
          <p:nvPr/>
        </p:nvPicPr>
        <p:blipFill rotWithShape="1">
          <a:blip r:embed="rId3"/>
          <a:srcRect b="6736"/>
          <a:stretch/>
        </p:blipFill>
        <p:spPr>
          <a:xfrm>
            <a:off x="500223" y="2086005"/>
            <a:ext cx="8035089" cy="4683672"/>
          </a:xfrm>
          <a:prstGeom prst="rect">
            <a:avLst/>
          </a:prstGeom>
        </p:spPr>
      </p:pic>
      <p:sp>
        <p:nvSpPr>
          <p:cNvPr id="2" name="Slide Number Placeholder 1">
            <a:extLst>
              <a:ext uri="{FF2B5EF4-FFF2-40B4-BE49-F238E27FC236}">
                <a16:creationId xmlns:a16="http://schemas.microsoft.com/office/drawing/2014/main" id="{D3043B60-2C9C-AE2F-841E-A34F336B41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1"/>
          <p:cNvSpPr txBox="1"/>
          <p:nvPr/>
        </p:nvSpPr>
        <p:spPr>
          <a:xfrm>
            <a:off x="85581" y="399186"/>
            <a:ext cx="9058419" cy="30773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Now you want to run the model, just like you did before, to enable you to get a new graph</a:t>
            </a:r>
            <a:endParaRPr kumimoji="0"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56" name="Google Shape;456;p41"/>
          <p:cNvSpPr txBox="1"/>
          <p:nvPr/>
        </p:nvSpPr>
        <p:spPr>
          <a:xfrm>
            <a:off x="273685" y="811336"/>
            <a:ext cx="8767833" cy="1815841"/>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“storm” library once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highlight it</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Right click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then </a:t>
            </a: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select the green “Run” option</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just like you did before.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 run monitor window will pop up to show progress and it could be fast, just like before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When done, get out of that run monitor window </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by clicking the </a:t>
            </a:r>
            <a:r>
              <a:rPr kumimoji="0" lang="en-US" sz="1400" b="0" i="1" u="none" strike="noStrike" kern="0" cap="none" spc="0" normalizeH="0" baseline="0" noProof="0" dirty="0">
                <a:ln>
                  <a:noFill/>
                </a:ln>
                <a:solidFill>
                  <a:srgbClr val="C00000"/>
                </a:solidFill>
                <a:effectLst/>
                <a:uLnTx/>
                <a:uFillTx/>
                <a:latin typeface="Times New Roman" panose="02020603050405020304" pitchFamily="18" charset="0"/>
                <a:ea typeface="Calibri"/>
                <a:cs typeface="Times New Roman" panose="02020603050405020304" pitchFamily="18" charset="0"/>
                <a:sym typeface="Calibri"/>
              </a:rPr>
              <a:t>red X</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button on the top right corner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of that window, just like you did before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Double check to ensure that there is only one line of results for your original scenario, and one line of results for the new storm scenario, just as shown in the dotted circle area in the figure below.</a:t>
            </a:r>
            <a:endParaRPr kumimoji="0" sz="14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next slide to produce a new graph showing what your disturbance did to the successional classes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57" name="Google Shape;457;p41"/>
          <p:cNvSpPr txBox="1"/>
          <p:nvPr/>
        </p:nvSpPr>
        <p:spPr>
          <a:xfrm>
            <a:off x="77032" y="29854"/>
            <a:ext cx="8590604"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O. Introducing a disturbance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pSp>
        <p:nvGrpSpPr>
          <p:cNvPr id="5" name="Group 4">
            <a:extLst>
              <a:ext uri="{FF2B5EF4-FFF2-40B4-BE49-F238E27FC236}">
                <a16:creationId xmlns:a16="http://schemas.microsoft.com/office/drawing/2014/main" id="{B0119AA5-F70E-CEF5-A099-A6274C8A16CA}"/>
              </a:ext>
            </a:extLst>
          </p:cNvPr>
          <p:cNvGrpSpPr/>
          <p:nvPr/>
        </p:nvGrpSpPr>
        <p:grpSpPr>
          <a:xfrm>
            <a:off x="3615558" y="2627177"/>
            <a:ext cx="1907628" cy="4200969"/>
            <a:chOff x="3652344" y="2695821"/>
            <a:chExt cx="1912884" cy="4162179"/>
          </a:xfrm>
        </p:grpSpPr>
        <p:pic>
          <p:nvPicPr>
            <p:cNvPr id="3" name="Picture 2">
              <a:extLst>
                <a:ext uri="{FF2B5EF4-FFF2-40B4-BE49-F238E27FC236}">
                  <a16:creationId xmlns:a16="http://schemas.microsoft.com/office/drawing/2014/main" id="{9C44FF85-C342-EBEB-806E-54927996D527}"/>
                </a:ext>
              </a:extLst>
            </p:cNvPr>
            <p:cNvPicPr>
              <a:picLocks noChangeAspect="1"/>
            </p:cNvPicPr>
            <p:nvPr/>
          </p:nvPicPr>
          <p:blipFill rotWithShape="1">
            <a:blip r:embed="rId3"/>
            <a:srcRect r="73448" b="7563"/>
            <a:stretch/>
          </p:blipFill>
          <p:spPr>
            <a:xfrm>
              <a:off x="3652344" y="2695821"/>
              <a:ext cx="1912884" cy="4162179"/>
            </a:xfrm>
            <a:prstGeom prst="rect">
              <a:avLst/>
            </a:prstGeom>
          </p:spPr>
        </p:pic>
        <p:sp>
          <p:nvSpPr>
            <p:cNvPr id="4" name="Google Shape;266;p19">
              <a:extLst>
                <a:ext uri="{FF2B5EF4-FFF2-40B4-BE49-F238E27FC236}">
                  <a16:creationId xmlns:a16="http://schemas.microsoft.com/office/drawing/2014/main" id="{41F15F6F-C4E9-1856-BA65-E053588A4E8B}"/>
                </a:ext>
              </a:extLst>
            </p:cNvPr>
            <p:cNvSpPr/>
            <p:nvPr/>
          </p:nvSpPr>
          <p:spPr>
            <a:xfrm>
              <a:off x="3767959" y="3429000"/>
              <a:ext cx="966951" cy="712076"/>
            </a:xfrm>
            <a:prstGeom prst="ellipse">
              <a:avLst/>
            </a:prstGeom>
            <a:noFill/>
            <a:ln w="25400" cap="flat" cmpd="sng">
              <a:solidFill>
                <a:schemeClr val="accent6">
                  <a:lumMod val="75000"/>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D57C36D3-9BD1-8659-2B8C-178453D77C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2"/>
          <p:cNvSpPr txBox="1"/>
          <p:nvPr/>
        </p:nvSpPr>
        <p:spPr>
          <a:xfrm>
            <a:off x="194762" y="113554"/>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P. Finally, produce a graph of results for your storm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63" name="Google Shape;463;p42"/>
          <p:cNvSpPr txBox="1"/>
          <p:nvPr/>
        </p:nvSpPr>
        <p:spPr>
          <a:xfrm>
            <a:off x="194762" y="524615"/>
            <a:ext cx="5857875" cy="30773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Produce a new graph just like you did previously</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64" name="Google Shape;464;p42"/>
          <p:cNvSpPr txBox="1"/>
          <p:nvPr/>
        </p:nvSpPr>
        <p:spPr>
          <a:xfrm>
            <a:off x="242058" y="904898"/>
            <a:ext cx="8754475" cy="3108503"/>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i="1"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Double click the “oak forest”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chart, and </a:t>
            </a:r>
            <a:r>
              <a:rPr kumimoji="0" lang="en-US" sz="140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out should pop a new graph!</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graph should have two bars for each successional stage. </a:t>
            </a:r>
            <a:r>
              <a:rPr kumimoji="0" lang="en-US" sz="1400" b="1" i="0" u="none" strike="noStrike" kern="0" cap="none" spc="0" normalizeH="0" baseline="0" noProof="0" dirty="0">
                <a:ln>
                  <a:noFill/>
                </a:ln>
                <a:solidFill>
                  <a:srgbClr val="0070C0"/>
                </a:solidFill>
                <a:effectLst/>
                <a:uLnTx/>
                <a:uFillTx/>
                <a:latin typeface="Times New Roman" panose="02020603050405020304" pitchFamily="18" charset="0"/>
                <a:ea typeface="Calibri"/>
                <a:cs typeface="Times New Roman" panose="02020603050405020304" pitchFamily="18" charset="0"/>
                <a:sym typeface="Calibri"/>
              </a:rPr>
              <a:t>Blue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and </a:t>
            </a:r>
            <a:r>
              <a:rPr kumimoji="0" lang="en-US" sz="1400" b="1" i="0" u="none" strike="noStrike" kern="0" cap="none" spc="0" normalizeH="0" baseline="0" noProof="0" dirty="0">
                <a:ln>
                  <a:noFill/>
                </a:ln>
                <a:solidFill>
                  <a:srgbClr val="C00000"/>
                </a:solidFill>
                <a:effectLst/>
                <a:uLnTx/>
                <a:uFillTx/>
                <a:latin typeface="Times New Roman" panose="02020603050405020304" pitchFamily="18" charset="0"/>
                <a:ea typeface="Calibri"/>
                <a:cs typeface="Times New Roman" panose="02020603050405020304" pitchFamily="18" charset="0"/>
                <a:sym typeface="Calibri"/>
              </a:rPr>
              <a:t>red</a:t>
            </a:r>
            <a:r>
              <a:rPr kumimoji="0" lang="en-US" sz="1400" b="0" i="0" u="none" strike="noStrike" kern="0" cap="none" spc="0" normalizeH="0" baseline="0" noProof="0" dirty="0">
                <a:ln>
                  <a:noFill/>
                </a:ln>
                <a:solidFill>
                  <a:srgbClr val="0000FF"/>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b="0" i="0" u="none" strike="noStrike" kern="0" cap="none" spc="0" normalizeH="0" baseline="0" noProof="0" dirty="0">
              <a:ln>
                <a:noFill/>
              </a:ln>
              <a:solidFill>
                <a:srgbClr val="0000FF"/>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It shows you the proportion of the ecosystem that is made up of each succession stage, before the disturbance (</a:t>
            </a:r>
            <a:r>
              <a:rPr kumimoji="0" lang="en-US" sz="1400" b="1" i="0" u="none" strike="noStrike" kern="0" cap="none" spc="0" normalizeH="0" baseline="0" noProof="0" dirty="0">
                <a:ln>
                  <a:noFill/>
                </a:ln>
                <a:solidFill>
                  <a:srgbClr val="0070C0"/>
                </a:solidFill>
                <a:effectLst/>
                <a:uLnTx/>
                <a:uFillTx/>
                <a:latin typeface="Times New Roman" panose="02020603050405020304" pitchFamily="18" charset="0"/>
                <a:ea typeface="Calibri"/>
                <a:cs typeface="Times New Roman" panose="02020603050405020304" pitchFamily="18" charset="0"/>
                <a:sym typeface="Calibri"/>
              </a:rPr>
              <a:t>the blue bars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and after the disturbance (</a:t>
            </a:r>
            <a:r>
              <a:rPr kumimoji="0" lang="en-US" sz="1400" b="1" i="0" u="none" strike="noStrike" kern="0" cap="none" spc="0" normalizeH="0" baseline="0" noProof="0" dirty="0">
                <a:ln>
                  <a:noFill/>
                </a:ln>
                <a:solidFill>
                  <a:srgbClr val="C00000"/>
                </a:solidFill>
                <a:effectLst/>
                <a:uLnTx/>
                <a:uFillTx/>
                <a:latin typeface="Times New Roman" panose="02020603050405020304" pitchFamily="18" charset="0"/>
                <a:ea typeface="Calibri"/>
                <a:cs typeface="Times New Roman" panose="02020603050405020304" pitchFamily="18" charset="0"/>
                <a:sym typeface="Calibri"/>
              </a:rPr>
              <a:t>the red bars</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blue bars are the original bars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had in the first graph you made. These should never change since it is our baseline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FF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red bars represent the new classification of successional stages, based on the result of the disturbance you introduced.</a:t>
            </a:r>
          </a:p>
          <a:p>
            <a:pPr marL="800100" marR="0" lvl="1" indent="-342900" algn="l" defTabSz="914400" rtl="0" eaLnBrk="1" fontAlgn="auto" latinLnBrk="0" hangingPunct="1">
              <a:lnSpc>
                <a:spcPct val="100000"/>
              </a:lnSpc>
              <a:spcBef>
                <a:spcPts val="0"/>
              </a:spcBef>
              <a:spcAft>
                <a:spcPts val="0"/>
              </a:spcAft>
              <a:buClr>
                <a:srgbClr val="FF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Note: if you accidentally click inside of this graph, there will be a red vertical line that shows up at the location of the click. Although harmless, this line can be annoying once it shows up, so it is advisable to avoid clicking anywhere inside the graph. To remove it, you can just click anywhere outside of the graph, and it should disappear. If that doesn’t work, you can just delete this graph, then double click the “oak forest” chart so a new graph can pop up again.</a:t>
            </a:r>
          </a:p>
          <a:p>
            <a:pPr marL="800100" marR="0" lvl="1" indent="-342900" algn="l" defTabSz="914400" rtl="0" eaLnBrk="1" fontAlgn="auto" latinLnBrk="0" hangingPunct="1">
              <a:lnSpc>
                <a:spcPct val="100000"/>
              </a:lnSpc>
              <a:spcBef>
                <a:spcPts val="0"/>
              </a:spcBef>
              <a:spcAft>
                <a:spcPts val="0"/>
              </a:spcAft>
              <a:buClr>
                <a:srgbClr val="FF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Go to the next slide to copy your graph to your word document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48BAACBB-1256-7C94-DDC9-E8B20A23F1F4}"/>
              </a:ext>
            </a:extLst>
          </p:cNvPr>
          <p:cNvPicPr>
            <a:picLocks noChangeAspect="1"/>
          </p:cNvPicPr>
          <p:nvPr/>
        </p:nvPicPr>
        <p:blipFill>
          <a:blip r:embed="rId3"/>
          <a:stretch>
            <a:fillRect/>
          </a:stretch>
        </p:blipFill>
        <p:spPr>
          <a:xfrm>
            <a:off x="2695903" y="3785211"/>
            <a:ext cx="4732336" cy="3021641"/>
          </a:xfrm>
          <a:prstGeom prst="rect">
            <a:avLst/>
          </a:prstGeom>
        </p:spPr>
      </p:pic>
      <p:sp>
        <p:nvSpPr>
          <p:cNvPr id="2" name="Slide Number Placeholder 1">
            <a:extLst>
              <a:ext uri="{FF2B5EF4-FFF2-40B4-BE49-F238E27FC236}">
                <a16:creationId xmlns:a16="http://schemas.microsoft.com/office/drawing/2014/main" id="{7C0642DE-9AAB-51A8-B64D-DAF04C10050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3"/>
          <p:cNvSpPr txBox="1"/>
          <p:nvPr/>
        </p:nvSpPr>
        <p:spPr>
          <a:xfrm>
            <a:off x="289561" y="113554"/>
            <a:ext cx="8564876"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Graph, yaay!!</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71" name="Google Shape;471;p43"/>
          <p:cNvSpPr txBox="1"/>
          <p:nvPr/>
        </p:nvSpPr>
        <p:spPr>
          <a:xfrm>
            <a:off x="289561" y="661393"/>
            <a:ext cx="8754475" cy="2031285"/>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FF0000"/>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Assignment # 3: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Put the cursor in the middle of the graph, right click, select “copy to clipboard”, then paste in your word doc. Caption this graph as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Figure 3. Storm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241300" algn="l" defTabSz="914400" rtl="0" eaLnBrk="1" fontAlgn="auto" latinLnBrk="0" hangingPunct="1">
              <a:lnSpc>
                <a:spcPct val="100000"/>
              </a:lnSpc>
              <a:spcBef>
                <a:spcPts val="0"/>
              </a:spcBef>
              <a:spcAft>
                <a:spcPts val="0"/>
              </a:spcAft>
              <a:buClr>
                <a:srgbClr val="FF0000"/>
              </a:buClr>
              <a:buSzPts val="1600"/>
              <a:buFont typeface="Arial"/>
              <a:buNone/>
              <a:tabLst/>
              <a:defRPr/>
            </a:pPr>
            <a:endParaRPr kumimoji="0"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FF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you run into problems while producing this new graph or the graph itself does not look right as it should be in terms of bars, go to the next slide for suggested solutions.</a:t>
            </a:r>
          </a:p>
          <a:p>
            <a:pPr marL="0" marR="0" lvl="0" indent="0" algn="l" defTabSz="914400" rtl="0" eaLnBrk="1" fontAlgn="auto" latinLnBrk="0" hangingPunct="1">
              <a:lnSpc>
                <a:spcPct val="100000"/>
              </a:lnSpc>
              <a:spcBef>
                <a:spcPts val="0"/>
              </a:spcBef>
              <a:spcAft>
                <a:spcPts val="0"/>
              </a:spcAft>
              <a:buClr>
                <a:srgbClr val="FF0000"/>
              </a:buClr>
              <a:buSzPts val="16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FF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If your graph worked out ok and you did not run into any issues producing it or the graph itself has the correct content in terms of bars, ignore the next slide and go to the one after it.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2" name="Picture 1">
            <a:extLst>
              <a:ext uri="{FF2B5EF4-FFF2-40B4-BE49-F238E27FC236}">
                <a16:creationId xmlns:a16="http://schemas.microsoft.com/office/drawing/2014/main" id="{17218C13-DF05-3478-40A6-201040503D59}"/>
              </a:ext>
            </a:extLst>
          </p:cNvPr>
          <p:cNvPicPr>
            <a:picLocks noChangeAspect="1"/>
          </p:cNvPicPr>
          <p:nvPr/>
        </p:nvPicPr>
        <p:blipFill>
          <a:blip r:embed="rId3"/>
          <a:stretch>
            <a:fillRect/>
          </a:stretch>
        </p:blipFill>
        <p:spPr>
          <a:xfrm>
            <a:off x="1750762" y="2848113"/>
            <a:ext cx="5642475" cy="3601888"/>
          </a:xfrm>
          <a:prstGeom prst="rect">
            <a:avLst/>
          </a:prstGeom>
        </p:spPr>
      </p:pic>
      <p:sp>
        <p:nvSpPr>
          <p:cNvPr id="3" name="Slide Number Placeholder 2">
            <a:extLst>
              <a:ext uri="{FF2B5EF4-FFF2-40B4-BE49-F238E27FC236}">
                <a16:creationId xmlns:a16="http://schemas.microsoft.com/office/drawing/2014/main" id="{5525F449-593D-C439-1177-DF6FEC8F9C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4"/>
          <p:cNvSpPr txBox="1"/>
          <p:nvPr/>
        </p:nvSpPr>
        <p:spPr>
          <a:xfrm>
            <a:off x="501387" y="104090"/>
            <a:ext cx="7198277"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Q. Problem you may run into with your new graph</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77" name="Google Shape;477;p44"/>
          <p:cNvSpPr txBox="1"/>
          <p:nvPr/>
        </p:nvSpPr>
        <p:spPr>
          <a:xfrm>
            <a:off x="98714" y="473422"/>
            <a:ext cx="8847858" cy="6986488"/>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Sometimes, your new graph may have only 1 bar for each successional stage. If this happens </a:t>
            </a:r>
            <a:endParaRPr kumimoji="0"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save tab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and exit the new graph.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scenario for the disturbance you are working with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highlight it (e.g., storm)</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run it again.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then come back and double click the “oak forest” chart.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This should refresh your graph to show 2 bars per successional stage.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FF"/>
              </a:solidFill>
              <a:effectLst/>
              <a:uLnTx/>
              <a:uFillTx/>
              <a:latin typeface="Times New Roman" panose="02020603050405020304" pitchFamily="18" charset="0"/>
              <a:ea typeface="Calibri"/>
              <a:cs typeface="Times New Roman" panose="02020603050405020304" pitchFamily="18" charset="0"/>
              <a:sym typeface="Calibri"/>
            </a:endParaRPr>
          </a:p>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Other times, you may get a graph with two bars alright, but the results just do not seem like what you should get, or you are just suspicious. To address this, you can change the parameters you had entered in the probabilistic table and rerun the model for that scenario. </a:t>
            </a:r>
            <a:endPar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the dropdown on your scenario (e.g., storm) to bring up the “results” line</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Right click this results line and delete it</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Double click the storm scenario to bring up the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probablistic</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table where you had put the parameters of your disturbance into before.</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the section where you had entered things before (section B), the line/row that you entered data in before will not be there anymore since you deleted results. You need to use the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empty cell after the end of the ones with data in them </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to again enter your parameters, just like you did before, but with whatever new parameters you want to use</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could for example change the return interval, so now instead of using 5 yrs., you use 10yrs or 3 yrs. Use that to calculate the probability that you enter in the probability column.</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 could change your choice for age reset or transition type, whatever makes sense to change.</a:t>
            </a: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Typically, changing the value you put in the probability column (</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your return interval value</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is sufficient to result in meaningful change, without needing to change parameters in the other columns.</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Click Save, exit the table, </a:t>
            </a:r>
            <a:r>
              <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ea typeface="Calibri"/>
                <a:cs typeface="Times New Roman" panose="02020603050405020304" pitchFamily="18" charset="0"/>
                <a:sym typeface="Calibri"/>
              </a:rPr>
              <a:t>rerun the scenario. You must rerun the model after changing parameter in the table, otherwise you will get the same results you had before.</a:t>
            </a:r>
            <a:endParaRPr kumimoji="0" lang="en-US" sz="14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endParaRPr>
          </a:p>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Once completed, exit the run box, and double click the chart to display your new graph</a:t>
            </a:r>
          </a:p>
          <a:p>
            <a:pPr marL="342900" indent="-342900">
              <a:buClr>
                <a:srgbClr val="0000FF"/>
              </a:buClr>
              <a:buSzPts val="1600"/>
              <a:buFont typeface="Arial"/>
              <a:buChar char="•"/>
              <a:defRPr/>
            </a:pPr>
            <a:r>
              <a:rPr lang="en-US" dirty="0">
                <a:latin typeface="Times New Roman" panose="02020603050405020304" pitchFamily="18" charset="0"/>
                <a:ea typeface="Calibri"/>
                <a:cs typeface="Times New Roman" panose="02020603050405020304" pitchFamily="18" charset="0"/>
                <a:sym typeface="Calibri"/>
              </a:rPr>
              <a:t>If the bars for the original scenario do not show up, you can delete its results and run it as well. Might require you to make selections for the state classes, just as you did before.</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endPar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800100" marR="0" lvl="1" indent="-241300" algn="l"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342900" marR="0" lvl="0" indent="-241300" algn="l" defTabSz="914400" rtl="0" eaLnBrk="1" fontAlgn="auto" latinLnBrk="0" hangingPunct="1">
              <a:lnSpc>
                <a:spcPct val="100000"/>
              </a:lnSpc>
              <a:spcBef>
                <a:spcPts val="0"/>
              </a:spcBef>
              <a:spcAft>
                <a:spcPts val="0"/>
              </a:spcAft>
              <a:buClr>
                <a:srgbClr val="000000"/>
              </a:buClr>
              <a:buSzPts val="1600"/>
              <a:buFont typeface="Calibri"/>
              <a:buNone/>
              <a:tabLst/>
              <a:defRPr/>
            </a:pP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2" name="Slide Number Placeholder 1">
            <a:extLst>
              <a:ext uri="{FF2B5EF4-FFF2-40B4-BE49-F238E27FC236}">
                <a16:creationId xmlns:a16="http://schemas.microsoft.com/office/drawing/2014/main" id="{FCDF55D8-8530-258B-ED7D-BA1E5ABA83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5"/>
          <p:cNvSpPr txBox="1"/>
          <p:nvPr/>
        </p:nvSpPr>
        <p:spPr>
          <a:xfrm>
            <a:off x="105424" y="601121"/>
            <a:ext cx="8754475" cy="3323946"/>
          </a:xfrm>
          <a:prstGeom prst="rect">
            <a:avLst/>
          </a:prstGeom>
          <a:noFill/>
          <a:ln>
            <a:noFill/>
          </a:ln>
        </p:spPr>
        <p:txBody>
          <a:bodyPr spcFirstLastPara="1" wrap="square" lIns="91425" tIns="45700" rIns="91425" bIns="45700" anchor="t" anchorCtr="0">
            <a:spAutoFit/>
          </a:bodyPr>
          <a:lstStyle/>
          <a:p>
            <a:pPr marL="800100" marR="0" lvl="1" indent="-3429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Using the two bars in the graph,  you are looking to see what the disturbance did to this ecosystem.</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 impact could be that the disturbance reduced or increased any of the successional stages.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Ecologically, you expect a disturbances to change something/have an impact, right?</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There are various ways to examine such an impact, right?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In this activity, you are examining that impact by looking at the changes it made to the succession stages e.g., did it reduce late 2 CLS and increase early 1 All? What did it do to the other succession classes?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That is how this modeling activity helps you introduce a hypothetical disturbance to an ecosystem, and then see what the disturbance does to that ecosystem, as mentioned before. In this case, you are examining this change by looking at what the disturbance does to the different succession classes.</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Later on (with new disturbance that you will do), you will be asked to explain what you think happened that made the vegetation/ecosystem change the way that it did e.g., why do you think late 1 open decreased while mid 2 open increased? What could the disturbance have done to the vegetation to make this change happen?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1257300" marR="0" lvl="2" indent="-342900" algn="l" defTabSz="914400" rtl="0" eaLnBrk="1" fontAlgn="auto" latinLnBrk="0" hangingPunct="1">
              <a:lnSpc>
                <a:spcPct val="100000"/>
              </a:lnSpc>
              <a:spcBef>
                <a:spcPts val="0"/>
              </a:spcBef>
              <a:spcAft>
                <a:spcPts val="0"/>
              </a:spcAft>
              <a:buClr>
                <a:srgbClr val="0000FF"/>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Explanations continue in next slide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DDD823F1-5B89-F7FE-E945-88900E4A00B6}"/>
              </a:ext>
            </a:extLst>
          </p:cNvPr>
          <p:cNvSpPr txBox="1"/>
          <p:nvPr/>
        </p:nvSpPr>
        <p:spPr>
          <a:xfrm>
            <a:off x="604344" y="199697"/>
            <a:ext cx="715754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R. Reminder explanations about what you are doing (knowledge cementing)</a:t>
            </a:r>
          </a:p>
        </p:txBody>
      </p:sp>
      <p:pic>
        <p:nvPicPr>
          <p:cNvPr id="2" name="Picture 1">
            <a:extLst>
              <a:ext uri="{FF2B5EF4-FFF2-40B4-BE49-F238E27FC236}">
                <a16:creationId xmlns:a16="http://schemas.microsoft.com/office/drawing/2014/main" id="{A40382CF-AF29-BD23-0E20-3349216BF70F}"/>
              </a:ext>
            </a:extLst>
          </p:cNvPr>
          <p:cNvPicPr>
            <a:picLocks noChangeAspect="1"/>
          </p:cNvPicPr>
          <p:nvPr/>
        </p:nvPicPr>
        <p:blipFill>
          <a:blip r:embed="rId3"/>
          <a:stretch>
            <a:fillRect/>
          </a:stretch>
        </p:blipFill>
        <p:spPr>
          <a:xfrm>
            <a:off x="1821425" y="3957073"/>
            <a:ext cx="4327127" cy="2764292"/>
          </a:xfrm>
          <a:prstGeom prst="rect">
            <a:avLst/>
          </a:prstGeom>
        </p:spPr>
      </p:pic>
      <p:sp>
        <p:nvSpPr>
          <p:cNvPr id="4" name="Slide Number Placeholder 3">
            <a:extLst>
              <a:ext uri="{FF2B5EF4-FFF2-40B4-BE49-F238E27FC236}">
                <a16:creationId xmlns:a16="http://schemas.microsoft.com/office/drawing/2014/main" id="{95856DD7-394A-51B6-2B33-11AFAD6F50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3" name="TextBox 2">
            <a:extLst>
              <a:ext uri="{FF2B5EF4-FFF2-40B4-BE49-F238E27FC236}">
                <a16:creationId xmlns:a16="http://schemas.microsoft.com/office/drawing/2014/main" id="{F5D6C76A-47F8-12E8-17FF-5ED8B71A6243}"/>
              </a:ext>
            </a:extLst>
          </p:cNvPr>
          <p:cNvSpPr txBox="1"/>
          <p:nvPr/>
        </p:nvSpPr>
        <p:spPr>
          <a:xfrm>
            <a:off x="320318" y="144931"/>
            <a:ext cx="83687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R. What if I would like to see the changes, in numbers, not just by looking at the bar heights?</a:t>
            </a:r>
          </a:p>
        </p:txBody>
      </p:sp>
      <p:pic>
        <p:nvPicPr>
          <p:cNvPr id="4" name="Picture 3">
            <a:extLst>
              <a:ext uri="{FF2B5EF4-FFF2-40B4-BE49-F238E27FC236}">
                <a16:creationId xmlns:a16="http://schemas.microsoft.com/office/drawing/2014/main" id="{AF43F62D-39E2-804E-3863-D2967CD9E321}"/>
              </a:ext>
            </a:extLst>
          </p:cNvPr>
          <p:cNvPicPr>
            <a:picLocks noChangeAspect="1"/>
          </p:cNvPicPr>
          <p:nvPr/>
        </p:nvPicPr>
        <p:blipFill rotWithShape="1">
          <a:blip r:embed="rId3"/>
          <a:srcRect t="20161" r="30919" b="65143"/>
          <a:stretch/>
        </p:blipFill>
        <p:spPr>
          <a:xfrm>
            <a:off x="441433" y="4169980"/>
            <a:ext cx="8510352" cy="1131518"/>
          </a:xfrm>
          <a:prstGeom prst="rect">
            <a:avLst/>
          </a:prstGeom>
        </p:spPr>
      </p:pic>
      <p:sp>
        <p:nvSpPr>
          <p:cNvPr id="5" name="TextBox 4">
            <a:extLst>
              <a:ext uri="{FF2B5EF4-FFF2-40B4-BE49-F238E27FC236}">
                <a16:creationId xmlns:a16="http://schemas.microsoft.com/office/drawing/2014/main" id="{B7641DB4-DBEF-7B2C-7CFC-27B47B29D827}"/>
              </a:ext>
            </a:extLst>
          </p:cNvPr>
          <p:cNvSpPr txBox="1"/>
          <p:nvPr/>
        </p:nvSpPr>
        <p:spPr>
          <a:xfrm>
            <a:off x="245355" y="572823"/>
            <a:ext cx="8510352" cy="3293209"/>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To view the level of change for each succession stage in terms of numbers, do the following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While you have the graph up, put your cursor over any of the bars, right click and click “view data” in the selections given. This will give you a table similar to the one below, where you can see what the values were for your original scenario (the 8826 column) and what the values are for your disturbance scenario (the 8828 column), for each stage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You can also put your cursor over any of the bars, right click and  select “export”. This will export the numbers for both the original scenario and the disturbance scenario into an excel file. This excel data cab be used later to make graphs.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Just note that the particular activity you are doing right now does not require you to export anything; the graph you made during this process is sufficient.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Now that you have modeled the impact of a storm as a disturbance, in the next section, you are going to model some additional disturbances, using the skills you have learned throughout this practice section</a:t>
            </a:r>
          </a:p>
        </p:txBody>
      </p:sp>
      <p:sp>
        <p:nvSpPr>
          <p:cNvPr id="2" name="Slide Number Placeholder 1">
            <a:extLst>
              <a:ext uri="{FF2B5EF4-FFF2-40B4-BE49-F238E27FC236}">
                <a16:creationId xmlns:a16="http://schemas.microsoft.com/office/drawing/2014/main" id="{9AF944B6-7659-2A76-25A3-65DD149069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67"/>
          <p:cNvSpPr txBox="1"/>
          <p:nvPr/>
        </p:nvSpPr>
        <p:spPr>
          <a:xfrm>
            <a:off x="164883" y="2389162"/>
            <a:ext cx="8814233" cy="58473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Part 3: Modeling the impact of other disturbances on this ecosystem, using the steps learned with the storm practice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Slide Number Placeholder 1">
            <a:extLst>
              <a:ext uri="{FF2B5EF4-FFF2-40B4-BE49-F238E27FC236}">
                <a16:creationId xmlns:a16="http://schemas.microsoft.com/office/drawing/2014/main" id="{CF1FD458-CB76-3F13-C8EC-40B5A93296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5"/>
          <p:cNvSpPr txBox="1"/>
          <p:nvPr/>
        </p:nvSpPr>
        <p:spPr>
          <a:xfrm>
            <a:off x="244186" y="113554"/>
            <a:ext cx="8814233"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Rockwell"/>
                <a:cs typeface="Times New Roman" panose="02020603050405020304" pitchFamily="18" charset="0"/>
                <a:sym typeface="Rockwell"/>
              </a:rPr>
              <a:t>Modeling other disturbances using the steps you just learned with the storm disturbance</a:t>
            </a:r>
            <a:endParaRPr kumimoji="0"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99" name="Google Shape;499;p45"/>
          <p:cNvSpPr txBox="1"/>
          <p:nvPr/>
        </p:nvSpPr>
        <p:spPr>
          <a:xfrm>
            <a:off x="140277" y="646414"/>
            <a:ext cx="8863445" cy="2893059"/>
          </a:xfrm>
          <a:prstGeom prst="rect">
            <a:avLst/>
          </a:prstGeom>
          <a:noFill/>
          <a:ln>
            <a:noFill/>
          </a:ln>
        </p:spPr>
        <p:txBody>
          <a:bodyPr spcFirstLastPara="1" wrap="square" lIns="91425" tIns="45700" rIns="91425" bIns="45700" anchor="t" anchorCtr="0">
            <a:spAutoFit/>
          </a:bodyPr>
          <a:lstStyle/>
          <a:p>
            <a:pPr marL="342900" marR="0" lvl="4" indent="-342900" algn="l" defTabSz="914400" rtl="0" eaLnBrk="1" fontAlgn="auto" latinLnBrk="0" hangingPunct="1">
              <a:lnSpc>
                <a:spcPct val="100000"/>
              </a:lnSpc>
              <a:spcBef>
                <a:spcPts val="0"/>
              </a:spcBef>
              <a:spcAft>
                <a:spcPts val="0"/>
              </a:spcAft>
              <a:buClr>
                <a:srgbClr val="000000"/>
              </a:buClr>
              <a:buSzPts val="1600"/>
              <a:buFont typeface="Arial"/>
              <a:buAutoNum type="arabicPeriod"/>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Do not delete the [8791Reference condition models scenario or its results.  It has your original succession classes (blue bars) in the results and those need to show up as part of any new disturbance graph you make. </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4" indent="-342900" algn="l" defTabSz="914400" rtl="0" eaLnBrk="1" fontAlgn="auto" latinLnBrk="0" hangingPunct="1">
              <a:lnSpc>
                <a:spcPct val="100000"/>
              </a:lnSpc>
              <a:spcBef>
                <a:spcPts val="0"/>
              </a:spcBef>
              <a:spcAft>
                <a:spcPts val="0"/>
              </a:spcAft>
              <a:buClr>
                <a:srgbClr val="000000"/>
              </a:buClr>
              <a:buSzPts val="1600"/>
              <a:buFont typeface="Arial"/>
              <a:buAutoNum type="arabicPeriod"/>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Do not run the original model (8791Reference condition models) again, unless absolutely necessary. At this point, you should not need to run it again!. As long as you leave it in place, it retains the first run you made on it and its results, so your original blue bars should still show up in the new graphs that you will make. If for some reason you delete it, you must run it again so you can have your original blue bars, before doing your next disturbance</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342900" marR="0" lvl="4" indent="-342900" algn="l" defTabSz="914400" rtl="0" eaLnBrk="1" fontAlgn="auto" latinLnBrk="0" hangingPunct="1">
              <a:lnSpc>
                <a:spcPct val="100000"/>
              </a:lnSpc>
              <a:spcBef>
                <a:spcPts val="0"/>
              </a:spcBef>
              <a:spcAft>
                <a:spcPts val="0"/>
              </a:spcAft>
              <a:buClr>
                <a:srgbClr val="000000"/>
              </a:buClr>
              <a:buSzPts val="1600"/>
              <a:buFont typeface="Arial"/>
              <a:buAutoNum type="arabicPeriod"/>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Delete the storm scenario before starting your next disturbance. Too many scenarios (for multiple disturbances) in your workspace can make you copy the wrong scenario when creating a new disturbance. Always delete the scenario (disturbance) you are done with, before creating a new one.</a:t>
            </a:r>
          </a:p>
          <a:p>
            <a:pPr marL="342900" marR="0" lvl="4" indent="-342900" algn="l" defTabSz="914400" rtl="0" eaLnBrk="1" fontAlgn="auto" latinLnBrk="0" hangingPunct="1">
              <a:lnSpc>
                <a:spcPct val="100000"/>
              </a:lnSpc>
              <a:spcBef>
                <a:spcPts val="0"/>
              </a:spcBef>
              <a:spcAft>
                <a:spcPts val="0"/>
              </a:spcAft>
              <a:buClr>
                <a:srgbClr val="000000"/>
              </a:buClr>
              <a:buSzPts val="1600"/>
              <a:buFont typeface="Arial"/>
              <a:buAutoNum type="arabicPeriod"/>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Use the instructions given in the document with additional disturbances (Supplemental material 4) to model additional disturbances and answer questions for each</a:t>
            </a:r>
            <a:r>
              <a:rPr kumimoji="0" lang="en-US" sz="1400" b="1"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 </a:t>
            </a:r>
          </a:p>
          <a:p>
            <a:pPr marL="342900" marR="0" lvl="4" indent="-342900" algn="l" defTabSz="914400" rtl="0" eaLnBrk="1" fontAlgn="auto" latinLnBrk="0" hangingPunct="1">
              <a:lnSpc>
                <a:spcPct val="100000"/>
              </a:lnSpc>
              <a:spcBef>
                <a:spcPts val="0"/>
              </a:spcBef>
              <a:spcAft>
                <a:spcPts val="0"/>
              </a:spcAft>
              <a:buClr>
                <a:srgbClr val="000000"/>
              </a:buClr>
              <a:buSzPts val="1600"/>
              <a:buFont typeface="Arial"/>
              <a:buAutoNum type="arabicPeriod"/>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Follow assignment instructions given by your instructor to turn in the required assignments for this activity. This will be the word document where you paste all your graphs and respond to all questions given</a:t>
            </a:r>
            <a:endParaRPr kumimoji="0" sz="1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p:txBody>
      </p:sp>
      <p:sp>
        <p:nvSpPr>
          <p:cNvPr id="2" name="TextBox 1">
            <a:extLst>
              <a:ext uri="{FF2B5EF4-FFF2-40B4-BE49-F238E27FC236}">
                <a16:creationId xmlns:a16="http://schemas.microsoft.com/office/drawing/2014/main" id="{A97EF366-CFDA-21DB-9E7E-7B147728F7DD}"/>
              </a:ext>
            </a:extLst>
          </p:cNvPr>
          <p:cNvSpPr txBox="1"/>
          <p:nvPr/>
        </p:nvSpPr>
        <p:spPr>
          <a:xfrm>
            <a:off x="220718" y="3867808"/>
            <a:ext cx="870256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6600"/>
                </a:solidFill>
                <a:effectLst/>
                <a:uLnTx/>
                <a:uFillTx/>
                <a:latin typeface="Times New Roman" panose="02020603050405020304" pitchFamily="18" charset="0"/>
                <a:cs typeface="Times New Roman" panose="02020603050405020304" pitchFamily="18" charset="0"/>
                <a:sym typeface="Arial"/>
              </a:rPr>
              <a:t>Find the additional disturbances document in supplemental material 4 and follow the instructions in there and the skills you have learned so far, to model some new disturbances. </a:t>
            </a:r>
          </a:p>
        </p:txBody>
      </p:sp>
      <p:sp>
        <p:nvSpPr>
          <p:cNvPr id="3" name="Slide Number Placeholder 2">
            <a:extLst>
              <a:ext uri="{FF2B5EF4-FFF2-40B4-BE49-F238E27FC236}">
                <a16:creationId xmlns:a16="http://schemas.microsoft.com/office/drawing/2014/main" id="{46FB7757-19B8-D4A6-32D6-84570AF4E6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dirty="0"/>
          </a:p>
        </p:txBody>
      </p:sp>
    </p:spTree>
  </p:cSld>
  <p:clrMapOvr>
    <a:masterClrMapping/>
  </p:clrMapOvr>
</p:sld>
</file>

<file path=ppt/theme/theme1.xml><?xml version="1.0" encoding="utf-8"?>
<a:theme xmlns:a="http://schemas.openxmlformats.org/drawingml/2006/main" name="1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832</TotalTime>
  <Words>9548</Words>
  <Application>Microsoft Office PowerPoint</Application>
  <PresentationFormat>On-screen Show (4:3)</PresentationFormat>
  <Paragraphs>433</Paragraphs>
  <Slides>55</Slides>
  <Notes>55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Rockwell</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Randy L. Swaty</dc:creator>
  <cp:lastModifiedBy>Reviewer</cp:lastModifiedBy>
  <cp:revision>102</cp:revision>
  <dcterms:created xsi:type="dcterms:W3CDTF">2017-09-27T14:10:32Z</dcterms:created>
  <dcterms:modified xsi:type="dcterms:W3CDTF">2024-12-19T20:18:03Z</dcterms:modified>
</cp:coreProperties>
</file>